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5" r:id="rId1"/>
  </p:sldMasterIdLst>
  <p:notesMasterIdLst>
    <p:notesMasterId r:id="rId63"/>
  </p:notesMasterIdLst>
  <p:handoutMasterIdLst>
    <p:handoutMasterId r:id="rId64"/>
  </p:handoutMasterIdLst>
  <p:sldIdLst>
    <p:sldId id="256" r:id="rId2"/>
    <p:sldId id="323" r:id="rId3"/>
    <p:sldId id="324" r:id="rId4"/>
    <p:sldId id="325" r:id="rId5"/>
    <p:sldId id="258" r:id="rId6"/>
    <p:sldId id="274" r:id="rId7"/>
    <p:sldId id="262" r:id="rId8"/>
    <p:sldId id="263" r:id="rId9"/>
    <p:sldId id="264" r:id="rId10"/>
    <p:sldId id="266" r:id="rId11"/>
    <p:sldId id="273" r:id="rId12"/>
    <p:sldId id="270" r:id="rId13"/>
    <p:sldId id="275" r:id="rId14"/>
    <p:sldId id="277" r:id="rId15"/>
    <p:sldId id="335" r:id="rId16"/>
    <p:sldId id="336" r:id="rId17"/>
    <p:sldId id="337" r:id="rId18"/>
    <p:sldId id="278" r:id="rId19"/>
    <p:sldId id="279" r:id="rId20"/>
    <p:sldId id="280" r:id="rId21"/>
    <p:sldId id="281" r:id="rId22"/>
    <p:sldId id="284" r:id="rId23"/>
    <p:sldId id="283" r:id="rId24"/>
    <p:sldId id="282" r:id="rId25"/>
    <p:sldId id="287" r:id="rId26"/>
    <p:sldId id="289" r:id="rId27"/>
    <p:sldId id="333" r:id="rId28"/>
    <p:sldId id="331" r:id="rId29"/>
    <p:sldId id="334" r:id="rId30"/>
    <p:sldId id="332" r:id="rId31"/>
    <p:sldId id="288" r:id="rId32"/>
    <p:sldId id="285" r:id="rId33"/>
    <p:sldId id="329" r:id="rId34"/>
    <p:sldId id="330" r:id="rId35"/>
    <p:sldId id="294" r:id="rId36"/>
    <p:sldId id="292" r:id="rId37"/>
    <p:sldId id="296" r:id="rId38"/>
    <p:sldId id="338" r:id="rId39"/>
    <p:sldId id="310" r:id="rId40"/>
    <p:sldId id="311" r:id="rId41"/>
    <p:sldId id="312" r:id="rId42"/>
    <p:sldId id="313" r:id="rId43"/>
    <p:sldId id="314" r:id="rId44"/>
    <p:sldId id="315" r:id="rId45"/>
    <p:sldId id="302" r:id="rId46"/>
    <p:sldId id="298" r:id="rId47"/>
    <p:sldId id="299" r:id="rId48"/>
    <p:sldId id="316" r:id="rId49"/>
    <p:sldId id="300" r:id="rId50"/>
    <p:sldId id="320" r:id="rId51"/>
    <p:sldId id="328" r:id="rId52"/>
    <p:sldId id="317" r:id="rId53"/>
    <p:sldId id="319" r:id="rId54"/>
    <p:sldId id="301" r:id="rId55"/>
    <p:sldId id="318" r:id="rId56"/>
    <p:sldId id="339" r:id="rId57"/>
    <p:sldId id="340" r:id="rId58"/>
    <p:sldId id="304" r:id="rId59"/>
    <p:sldId id="306" r:id="rId60"/>
    <p:sldId id="308" r:id="rId61"/>
    <p:sldId id="309" r:id="rId6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FBC3E75B-CFD0-488C-B87B-FDB57E008717}">
          <p14:sldIdLst>
            <p14:sldId id="256"/>
            <p14:sldId id="323"/>
            <p14:sldId id="324"/>
            <p14:sldId id="325"/>
            <p14:sldId id="258"/>
            <p14:sldId id="274"/>
            <p14:sldId id="262"/>
            <p14:sldId id="263"/>
            <p14:sldId id="264"/>
            <p14:sldId id="266"/>
            <p14:sldId id="273"/>
            <p14:sldId id="270"/>
            <p14:sldId id="275"/>
            <p14:sldId id="277"/>
            <p14:sldId id="335"/>
            <p14:sldId id="336"/>
            <p14:sldId id="337"/>
            <p14:sldId id="278"/>
            <p14:sldId id="279"/>
            <p14:sldId id="280"/>
            <p14:sldId id="281"/>
            <p14:sldId id="284"/>
            <p14:sldId id="283"/>
            <p14:sldId id="282"/>
            <p14:sldId id="287"/>
            <p14:sldId id="289"/>
            <p14:sldId id="333"/>
            <p14:sldId id="331"/>
            <p14:sldId id="334"/>
            <p14:sldId id="332"/>
            <p14:sldId id="288"/>
            <p14:sldId id="285"/>
            <p14:sldId id="329"/>
            <p14:sldId id="330"/>
            <p14:sldId id="294"/>
            <p14:sldId id="292"/>
            <p14:sldId id="296"/>
            <p14:sldId id="338"/>
            <p14:sldId id="310"/>
            <p14:sldId id="311"/>
            <p14:sldId id="312"/>
            <p14:sldId id="313"/>
            <p14:sldId id="314"/>
            <p14:sldId id="315"/>
            <p14:sldId id="302"/>
            <p14:sldId id="298"/>
            <p14:sldId id="299"/>
            <p14:sldId id="316"/>
            <p14:sldId id="300"/>
            <p14:sldId id="320"/>
            <p14:sldId id="328"/>
            <p14:sldId id="317"/>
            <p14:sldId id="319"/>
            <p14:sldId id="301"/>
            <p14:sldId id="318"/>
            <p14:sldId id="339"/>
            <p14:sldId id="340"/>
            <p14:sldId id="304"/>
            <p14:sldId id="306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40" userDrawn="1">
          <p15:clr>
            <a:srgbClr val="A4A3A4"/>
          </p15:clr>
        </p15:guide>
        <p15:guide id="3" pos="4040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404040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>
        <p:guide pos="3840"/>
        <p:guide pos="3940"/>
        <p:guide pos="40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Cuota de mercado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731-406D-9579-2236BD5E7E0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731-406D-9579-2236BD5E7E0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731-406D-9579-2236BD5E7E0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731-406D-9579-2236BD5E7E0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731-406D-9579-2236BD5E7E0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731-406D-9579-2236BD5E7E03}"/>
              </c:ext>
            </c:extLst>
          </c:dPt>
          <c:cat>
            <c:strRef>
              <c:f>Hoja1!$A$2:$A$7</c:f>
              <c:strCache>
                <c:ptCount val="6"/>
                <c:pt idx="0">
                  <c:v>Chrome</c:v>
                </c:pt>
                <c:pt idx="1">
                  <c:v>Edge</c:v>
                </c:pt>
                <c:pt idx="2">
                  <c:v>Safari</c:v>
                </c:pt>
                <c:pt idx="3">
                  <c:v>Firefox</c:v>
                </c:pt>
                <c:pt idx="4">
                  <c:v>Opera</c:v>
                </c:pt>
                <c:pt idx="5">
                  <c:v>Otros</c:v>
                </c:pt>
              </c:strCache>
            </c:strRef>
          </c:cat>
          <c:val>
            <c:numRef>
              <c:f>Hoja1!$B$2:$B$7</c:f>
              <c:numCache>
                <c:formatCode>0.00%</c:formatCode>
                <c:ptCount val="6"/>
                <c:pt idx="0">
                  <c:v>0.67330000000000001</c:v>
                </c:pt>
                <c:pt idx="1">
                  <c:v>0.15720000000000001</c:v>
                </c:pt>
                <c:pt idx="2">
                  <c:v>7.9200000000000007E-2</c:v>
                </c:pt>
                <c:pt idx="3">
                  <c:v>5.6899999999999999E-2</c:v>
                </c:pt>
                <c:pt idx="4">
                  <c:v>2.0500000000000001E-2</c:v>
                </c:pt>
                <c:pt idx="5">
                  <c:v>1.2800000000000001E-2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731-406D-9579-2236BD5E7E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41E465-F60F-4A43-9FA5-47F680EE463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8FAEE8E-7718-479B-A58F-7D260D05A77F}">
      <dgm:prSet/>
      <dgm:spPr/>
      <dgm:t>
        <a:bodyPr/>
        <a:lstStyle/>
        <a:p>
          <a:pPr>
            <a:defRPr cap="all"/>
          </a:pPr>
          <a:r>
            <a:rPr lang="es-ES" dirty="0"/>
            <a:t>Trabajo de fin de grado</a:t>
          </a:r>
          <a:endParaRPr lang="en-US" dirty="0"/>
        </a:p>
      </dgm:t>
    </dgm:pt>
    <dgm:pt modelId="{36D15E24-1030-40D7-992E-4651ED188CB4}" type="parTrans" cxnId="{752218B8-99BF-45F9-B9B5-9729901EDEE4}">
      <dgm:prSet/>
      <dgm:spPr/>
      <dgm:t>
        <a:bodyPr/>
        <a:lstStyle/>
        <a:p>
          <a:endParaRPr lang="en-US"/>
        </a:p>
      </dgm:t>
    </dgm:pt>
    <dgm:pt modelId="{3E13B598-6B22-45BB-9301-257A85EC773C}" type="sibTrans" cxnId="{752218B8-99BF-45F9-B9B5-9729901EDEE4}">
      <dgm:prSet/>
      <dgm:spPr/>
      <dgm:t>
        <a:bodyPr/>
        <a:lstStyle/>
        <a:p>
          <a:endParaRPr lang="en-US"/>
        </a:p>
      </dgm:t>
    </dgm:pt>
    <dgm:pt modelId="{83011DB1-1763-4AF5-92BF-9B27AB1F9605}">
      <dgm:prSet/>
      <dgm:spPr/>
      <dgm:t>
        <a:bodyPr/>
        <a:lstStyle/>
        <a:p>
          <a:pPr>
            <a:defRPr cap="all"/>
          </a:pPr>
          <a:r>
            <a:rPr lang="es-ES"/>
            <a:t>Colaboración con la empresa</a:t>
          </a:r>
          <a:endParaRPr lang="en-US"/>
        </a:p>
      </dgm:t>
    </dgm:pt>
    <dgm:pt modelId="{BA47941C-888F-4CC3-884E-D9F2315BEF7C}" type="parTrans" cxnId="{F876F6D1-4FE4-44AD-A6FB-7F5AE6AC5D13}">
      <dgm:prSet/>
      <dgm:spPr/>
      <dgm:t>
        <a:bodyPr/>
        <a:lstStyle/>
        <a:p>
          <a:endParaRPr lang="en-US"/>
        </a:p>
      </dgm:t>
    </dgm:pt>
    <dgm:pt modelId="{D6466675-A98A-43EA-8F3B-D1C33DA681AB}" type="sibTrans" cxnId="{F876F6D1-4FE4-44AD-A6FB-7F5AE6AC5D13}">
      <dgm:prSet/>
      <dgm:spPr/>
      <dgm:t>
        <a:bodyPr/>
        <a:lstStyle/>
        <a:p>
          <a:endParaRPr lang="en-US"/>
        </a:p>
      </dgm:t>
    </dgm:pt>
    <dgm:pt modelId="{8B7FACF0-89CB-4A49-805F-5ACC71693907}">
      <dgm:prSet/>
      <dgm:spPr/>
      <dgm:t>
        <a:bodyPr/>
        <a:lstStyle/>
        <a:p>
          <a:pPr>
            <a:defRPr cap="all"/>
          </a:pPr>
          <a:r>
            <a:rPr lang="es-ES"/>
            <a:t>Herramienta de Malware</a:t>
          </a:r>
          <a:endParaRPr lang="en-US"/>
        </a:p>
      </dgm:t>
    </dgm:pt>
    <dgm:pt modelId="{E3F3B5F9-773A-4C94-BD0B-B21B5F9606EB}" type="parTrans" cxnId="{ECADA554-39A1-45E9-86D4-BDD76BFB3C31}">
      <dgm:prSet/>
      <dgm:spPr/>
      <dgm:t>
        <a:bodyPr/>
        <a:lstStyle/>
        <a:p>
          <a:endParaRPr lang="en-US"/>
        </a:p>
      </dgm:t>
    </dgm:pt>
    <dgm:pt modelId="{D429E616-4609-4DC7-B255-F43F457C492C}" type="sibTrans" cxnId="{ECADA554-39A1-45E9-86D4-BDD76BFB3C31}">
      <dgm:prSet/>
      <dgm:spPr/>
      <dgm:t>
        <a:bodyPr/>
        <a:lstStyle/>
        <a:p>
          <a:endParaRPr lang="en-US"/>
        </a:p>
      </dgm:t>
    </dgm:pt>
    <dgm:pt modelId="{ED0DE10A-C666-40BE-89FC-C94180EFB6D7}" type="pres">
      <dgm:prSet presAssocID="{8C41E465-F60F-4A43-9FA5-47F680EE4634}" presName="root" presStyleCnt="0">
        <dgm:presLayoutVars>
          <dgm:dir/>
          <dgm:resizeHandles val="exact"/>
        </dgm:presLayoutVars>
      </dgm:prSet>
      <dgm:spPr/>
    </dgm:pt>
    <dgm:pt modelId="{2D602DA7-B1F4-4D5A-A8F1-5E41AB8D60E7}" type="pres">
      <dgm:prSet presAssocID="{38FAEE8E-7718-479B-A58F-7D260D05A77F}" presName="compNode" presStyleCnt="0"/>
      <dgm:spPr/>
    </dgm:pt>
    <dgm:pt modelId="{0B02F8DF-B8F3-4D8F-8DFF-FDF61E3D320B}" type="pres">
      <dgm:prSet presAssocID="{38FAEE8E-7718-479B-A58F-7D260D05A77F}" presName="iconBgRect" presStyleLbl="bgShp" presStyleIdx="0" presStyleCnt="3"/>
      <dgm:spPr>
        <a:solidFill>
          <a:srgbClr val="262626"/>
        </a:solidFill>
      </dgm:spPr>
    </dgm:pt>
    <dgm:pt modelId="{E4B78A5B-584D-481C-A92B-784B8F71113B}" type="pres">
      <dgm:prSet presAssocID="{38FAEE8E-7718-479B-A58F-7D260D05A77F}" presName="iconRect" presStyleLbl="node1" presStyleIdx="0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E5860454-DA92-4C4C-BAAF-F7C7D440B647}" type="pres">
      <dgm:prSet presAssocID="{38FAEE8E-7718-479B-A58F-7D260D05A77F}" presName="spaceRect" presStyleCnt="0"/>
      <dgm:spPr/>
    </dgm:pt>
    <dgm:pt modelId="{314A00CA-E8C8-45CA-8AAF-9D33CCFEC209}" type="pres">
      <dgm:prSet presAssocID="{38FAEE8E-7718-479B-A58F-7D260D05A77F}" presName="textRect" presStyleLbl="revTx" presStyleIdx="0" presStyleCnt="3">
        <dgm:presLayoutVars>
          <dgm:chMax val="1"/>
          <dgm:chPref val="1"/>
        </dgm:presLayoutVars>
      </dgm:prSet>
      <dgm:spPr/>
    </dgm:pt>
    <dgm:pt modelId="{78607E8A-F250-417C-B491-9170F9E6E48D}" type="pres">
      <dgm:prSet presAssocID="{3E13B598-6B22-45BB-9301-257A85EC773C}" presName="sibTrans" presStyleCnt="0"/>
      <dgm:spPr/>
    </dgm:pt>
    <dgm:pt modelId="{969C1B23-E5BF-4702-A622-AB4D2F92C0C8}" type="pres">
      <dgm:prSet presAssocID="{83011DB1-1763-4AF5-92BF-9B27AB1F9605}" presName="compNode" presStyleCnt="0"/>
      <dgm:spPr/>
    </dgm:pt>
    <dgm:pt modelId="{E4B4F2C3-399C-4986-9EC0-5B579593001E}" type="pres">
      <dgm:prSet presAssocID="{83011DB1-1763-4AF5-92BF-9B27AB1F9605}" presName="iconBgRect" presStyleLbl="bgShp" presStyleIdx="1" presStyleCnt="3"/>
      <dgm:spPr>
        <a:solidFill>
          <a:srgbClr val="262626"/>
        </a:solidFill>
      </dgm:spPr>
    </dgm:pt>
    <dgm:pt modelId="{04D67684-4C75-4838-8E46-CDBD6AA6208C}" type="pres">
      <dgm:prSet presAssocID="{83011DB1-1763-4AF5-92BF-9B27AB1F960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0872F030-AC61-4460-9A40-631576A97608}" type="pres">
      <dgm:prSet presAssocID="{83011DB1-1763-4AF5-92BF-9B27AB1F9605}" presName="spaceRect" presStyleCnt="0"/>
      <dgm:spPr/>
    </dgm:pt>
    <dgm:pt modelId="{58DD98DF-46DC-4D3C-A88E-68366B4CB5D3}" type="pres">
      <dgm:prSet presAssocID="{83011DB1-1763-4AF5-92BF-9B27AB1F9605}" presName="textRect" presStyleLbl="revTx" presStyleIdx="1" presStyleCnt="3">
        <dgm:presLayoutVars>
          <dgm:chMax val="1"/>
          <dgm:chPref val="1"/>
        </dgm:presLayoutVars>
      </dgm:prSet>
      <dgm:spPr/>
    </dgm:pt>
    <dgm:pt modelId="{5029DAA6-086A-4982-AEF2-1C52B7B18A73}" type="pres">
      <dgm:prSet presAssocID="{D6466675-A98A-43EA-8F3B-D1C33DA681AB}" presName="sibTrans" presStyleCnt="0"/>
      <dgm:spPr/>
    </dgm:pt>
    <dgm:pt modelId="{D012F36C-4198-4579-8A21-0565AC98B3DF}" type="pres">
      <dgm:prSet presAssocID="{8B7FACF0-89CB-4A49-805F-5ACC71693907}" presName="compNode" presStyleCnt="0"/>
      <dgm:spPr/>
    </dgm:pt>
    <dgm:pt modelId="{6E6623E3-BA54-414A-9DA5-889D207A0EDB}" type="pres">
      <dgm:prSet presAssocID="{8B7FACF0-89CB-4A49-805F-5ACC71693907}" presName="iconBgRect" presStyleLbl="bgShp" presStyleIdx="2" presStyleCnt="3"/>
      <dgm:spPr>
        <a:solidFill>
          <a:srgbClr val="262626"/>
        </a:solidFill>
      </dgm:spPr>
    </dgm:pt>
    <dgm:pt modelId="{319A6119-AF17-4332-AD97-EA7FA4AAAB12}" type="pres">
      <dgm:prSet presAssocID="{8B7FACF0-89CB-4A49-805F-5ACC716939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secto"/>
        </a:ext>
      </dgm:extLst>
    </dgm:pt>
    <dgm:pt modelId="{87FDEA24-B66C-49BA-89B6-B87364E091A0}" type="pres">
      <dgm:prSet presAssocID="{8B7FACF0-89CB-4A49-805F-5ACC71693907}" presName="spaceRect" presStyleCnt="0"/>
      <dgm:spPr/>
    </dgm:pt>
    <dgm:pt modelId="{B0118B1A-8FB1-4C61-91B9-4B3892C475DC}" type="pres">
      <dgm:prSet presAssocID="{8B7FACF0-89CB-4A49-805F-5ACC716939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D32841B-8911-4CA3-A05B-BCFD9DAB65D6}" type="presOf" srcId="{83011DB1-1763-4AF5-92BF-9B27AB1F9605}" destId="{58DD98DF-46DC-4D3C-A88E-68366B4CB5D3}" srcOrd="0" destOrd="0" presId="urn:microsoft.com/office/officeart/2018/5/layout/IconCircleLabelList"/>
    <dgm:cxn modelId="{2442E830-05C4-4E0D-A3DD-EF42CE411D14}" type="presOf" srcId="{38FAEE8E-7718-479B-A58F-7D260D05A77F}" destId="{314A00CA-E8C8-45CA-8AAF-9D33CCFEC209}" srcOrd="0" destOrd="0" presId="urn:microsoft.com/office/officeart/2018/5/layout/IconCircleLabelList"/>
    <dgm:cxn modelId="{ECADA554-39A1-45E9-86D4-BDD76BFB3C31}" srcId="{8C41E465-F60F-4A43-9FA5-47F680EE4634}" destId="{8B7FACF0-89CB-4A49-805F-5ACC71693907}" srcOrd="2" destOrd="0" parTransId="{E3F3B5F9-773A-4C94-BD0B-B21B5F9606EB}" sibTransId="{D429E616-4609-4DC7-B255-F43F457C492C}"/>
    <dgm:cxn modelId="{705910B7-769B-4A94-8A96-584203B3813B}" type="presOf" srcId="{8B7FACF0-89CB-4A49-805F-5ACC71693907}" destId="{B0118B1A-8FB1-4C61-91B9-4B3892C475DC}" srcOrd="0" destOrd="0" presId="urn:microsoft.com/office/officeart/2018/5/layout/IconCircleLabelList"/>
    <dgm:cxn modelId="{752218B8-99BF-45F9-B9B5-9729901EDEE4}" srcId="{8C41E465-F60F-4A43-9FA5-47F680EE4634}" destId="{38FAEE8E-7718-479B-A58F-7D260D05A77F}" srcOrd="0" destOrd="0" parTransId="{36D15E24-1030-40D7-992E-4651ED188CB4}" sibTransId="{3E13B598-6B22-45BB-9301-257A85EC773C}"/>
    <dgm:cxn modelId="{CC7998C7-3539-440C-8812-E6BBAA113CA2}" type="presOf" srcId="{8C41E465-F60F-4A43-9FA5-47F680EE4634}" destId="{ED0DE10A-C666-40BE-89FC-C94180EFB6D7}" srcOrd="0" destOrd="0" presId="urn:microsoft.com/office/officeart/2018/5/layout/IconCircleLabelList"/>
    <dgm:cxn modelId="{F876F6D1-4FE4-44AD-A6FB-7F5AE6AC5D13}" srcId="{8C41E465-F60F-4A43-9FA5-47F680EE4634}" destId="{83011DB1-1763-4AF5-92BF-9B27AB1F9605}" srcOrd="1" destOrd="0" parTransId="{BA47941C-888F-4CC3-884E-D9F2315BEF7C}" sibTransId="{D6466675-A98A-43EA-8F3B-D1C33DA681AB}"/>
    <dgm:cxn modelId="{90AD88CB-3FEF-4E35-B80F-674CB8C35A68}" type="presParOf" srcId="{ED0DE10A-C666-40BE-89FC-C94180EFB6D7}" destId="{2D602DA7-B1F4-4D5A-A8F1-5E41AB8D60E7}" srcOrd="0" destOrd="0" presId="urn:microsoft.com/office/officeart/2018/5/layout/IconCircleLabelList"/>
    <dgm:cxn modelId="{E2C70B49-8FF0-4F76-A9E7-CE2F8BE8B9BE}" type="presParOf" srcId="{2D602DA7-B1F4-4D5A-A8F1-5E41AB8D60E7}" destId="{0B02F8DF-B8F3-4D8F-8DFF-FDF61E3D320B}" srcOrd="0" destOrd="0" presId="urn:microsoft.com/office/officeart/2018/5/layout/IconCircleLabelList"/>
    <dgm:cxn modelId="{8ADDB9F5-B525-4D99-9618-53ED168E2ECB}" type="presParOf" srcId="{2D602DA7-B1F4-4D5A-A8F1-5E41AB8D60E7}" destId="{E4B78A5B-584D-481C-A92B-784B8F71113B}" srcOrd="1" destOrd="0" presId="urn:microsoft.com/office/officeart/2018/5/layout/IconCircleLabelList"/>
    <dgm:cxn modelId="{8F2470B5-D762-4B3C-90E7-EA63F20B41D7}" type="presParOf" srcId="{2D602DA7-B1F4-4D5A-A8F1-5E41AB8D60E7}" destId="{E5860454-DA92-4C4C-BAAF-F7C7D440B647}" srcOrd="2" destOrd="0" presId="urn:microsoft.com/office/officeart/2018/5/layout/IconCircleLabelList"/>
    <dgm:cxn modelId="{0C170C77-B086-4093-A544-38CF2E44BE09}" type="presParOf" srcId="{2D602DA7-B1F4-4D5A-A8F1-5E41AB8D60E7}" destId="{314A00CA-E8C8-45CA-8AAF-9D33CCFEC209}" srcOrd="3" destOrd="0" presId="urn:microsoft.com/office/officeart/2018/5/layout/IconCircleLabelList"/>
    <dgm:cxn modelId="{CBAAA339-A6AE-4B20-A081-5D22841DDD5B}" type="presParOf" srcId="{ED0DE10A-C666-40BE-89FC-C94180EFB6D7}" destId="{78607E8A-F250-417C-B491-9170F9E6E48D}" srcOrd="1" destOrd="0" presId="urn:microsoft.com/office/officeart/2018/5/layout/IconCircleLabelList"/>
    <dgm:cxn modelId="{88EF9FD3-A8B3-44FD-94F2-AF1E0A868A4A}" type="presParOf" srcId="{ED0DE10A-C666-40BE-89FC-C94180EFB6D7}" destId="{969C1B23-E5BF-4702-A622-AB4D2F92C0C8}" srcOrd="2" destOrd="0" presId="urn:microsoft.com/office/officeart/2018/5/layout/IconCircleLabelList"/>
    <dgm:cxn modelId="{77D83759-654E-4143-A86F-4FEC247B867F}" type="presParOf" srcId="{969C1B23-E5BF-4702-A622-AB4D2F92C0C8}" destId="{E4B4F2C3-399C-4986-9EC0-5B579593001E}" srcOrd="0" destOrd="0" presId="urn:microsoft.com/office/officeart/2018/5/layout/IconCircleLabelList"/>
    <dgm:cxn modelId="{B10C4B24-498A-40B7-A1B5-8B9078B7E249}" type="presParOf" srcId="{969C1B23-E5BF-4702-A622-AB4D2F92C0C8}" destId="{04D67684-4C75-4838-8E46-CDBD6AA6208C}" srcOrd="1" destOrd="0" presId="urn:microsoft.com/office/officeart/2018/5/layout/IconCircleLabelList"/>
    <dgm:cxn modelId="{DF093ADE-93FA-49D3-BF56-67E6EBB0290E}" type="presParOf" srcId="{969C1B23-E5BF-4702-A622-AB4D2F92C0C8}" destId="{0872F030-AC61-4460-9A40-631576A97608}" srcOrd="2" destOrd="0" presId="urn:microsoft.com/office/officeart/2018/5/layout/IconCircleLabelList"/>
    <dgm:cxn modelId="{25C9BD6F-7F38-4D15-8F10-C0DEC4B735BA}" type="presParOf" srcId="{969C1B23-E5BF-4702-A622-AB4D2F92C0C8}" destId="{58DD98DF-46DC-4D3C-A88E-68366B4CB5D3}" srcOrd="3" destOrd="0" presId="urn:microsoft.com/office/officeart/2018/5/layout/IconCircleLabelList"/>
    <dgm:cxn modelId="{A0105E25-F623-4CEB-A8DA-C7208CCEEB62}" type="presParOf" srcId="{ED0DE10A-C666-40BE-89FC-C94180EFB6D7}" destId="{5029DAA6-086A-4982-AEF2-1C52B7B18A73}" srcOrd="3" destOrd="0" presId="urn:microsoft.com/office/officeart/2018/5/layout/IconCircleLabelList"/>
    <dgm:cxn modelId="{0385D496-0D40-4454-9A83-AA53B98A4F3D}" type="presParOf" srcId="{ED0DE10A-C666-40BE-89FC-C94180EFB6D7}" destId="{D012F36C-4198-4579-8A21-0565AC98B3DF}" srcOrd="4" destOrd="0" presId="urn:microsoft.com/office/officeart/2018/5/layout/IconCircleLabelList"/>
    <dgm:cxn modelId="{8850AE00-ABA2-4A4A-8EE1-DE2CE82BB61B}" type="presParOf" srcId="{D012F36C-4198-4579-8A21-0565AC98B3DF}" destId="{6E6623E3-BA54-414A-9DA5-889D207A0EDB}" srcOrd="0" destOrd="0" presId="urn:microsoft.com/office/officeart/2018/5/layout/IconCircleLabelList"/>
    <dgm:cxn modelId="{36359D15-E024-4546-BF72-1D478307518C}" type="presParOf" srcId="{D012F36C-4198-4579-8A21-0565AC98B3DF}" destId="{319A6119-AF17-4332-AD97-EA7FA4AAAB12}" srcOrd="1" destOrd="0" presId="urn:microsoft.com/office/officeart/2018/5/layout/IconCircleLabelList"/>
    <dgm:cxn modelId="{2E1B3B8D-BE14-4E83-B621-BACDF94ECC3D}" type="presParOf" srcId="{D012F36C-4198-4579-8A21-0565AC98B3DF}" destId="{87FDEA24-B66C-49BA-89B6-B87364E091A0}" srcOrd="2" destOrd="0" presId="urn:microsoft.com/office/officeart/2018/5/layout/IconCircleLabelList"/>
    <dgm:cxn modelId="{A0615B92-2C45-404D-9CA9-5675D4607F85}" type="presParOf" srcId="{D012F36C-4198-4579-8A21-0565AC98B3DF}" destId="{B0118B1A-8FB1-4C61-91B9-4B3892C475D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F7BEE8-29B2-4DF6-934B-666987DEB268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57B70E-9C4C-4E7E-9613-05021A177EB3}">
      <dgm:prSet/>
      <dgm:spPr/>
      <dgm:t>
        <a:bodyPr/>
        <a:lstStyle/>
        <a:p>
          <a:r>
            <a:rPr lang="es-ES" b="0" dirty="0"/>
            <a:t>Análisis de necesidad</a:t>
          </a:r>
          <a:endParaRPr lang="en-US" b="0" dirty="0"/>
        </a:p>
      </dgm:t>
    </dgm:pt>
    <dgm:pt modelId="{51EA5FDF-2601-4EF5-BAB1-71E06732EAB8}" type="parTrans" cxnId="{60194E8C-1CB1-4AFB-9BBC-B2ACD2774F3A}">
      <dgm:prSet/>
      <dgm:spPr/>
      <dgm:t>
        <a:bodyPr/>
        <a:lstStyle/>
        <a:p>
          <a:endParaRPr lang="en-US"/>
        </a:p>
      </dgm:t>
    </dgm:pt>
    <dgm:pt modelId="{97D4128F-1D4A-4259-8947-82A6B4894ED2}" type="sibTrans" cxnId="{60194E8C-1CB1-4AFB-9BBC-B2ACD2774F3A}">
      <dgm:prSet/>
      <dgm:spPr/>
      <dgm:t>
        <a:bodyPr/>
        <a:lstStyle/>
        <a:p>
          <a:endParaRPr lang="en-US"/>
        </a:p>
      </dgm:t>
    </dgm:pt>
    <dgm:pt modelId="{76BB8BF0-7638-42BD-8E6F-B73927A9EB02}">
      <dgm:prSet/>
      <dgm:spPr/>
      <dgm:t>
        <a:bodyPr/>
        <a:lstStyle/>
        <a:p>
          <a:r>
            <a:rPr lang="es-ES" dirty="0"/>
            <a:t>Investigación inicial</a:t>
          </a:r>
          <a:endParaRPr lang="en-US" dirty="0"/>
        </a:p>
      </dgm:t>
    </dgm:pt>
    <dgm:pt modelId="{56EAC38C-111A-4DC9-BFC3-399A616CF0B1}" type="parTrans" cxnId="{DB504EA5-7C8B-4568-8EAC-895872285F58}">
      <dgm:prSet/>
      <dgm:spPr/>
      <dgm:t>
        <a:bodyPr/>
        <a:lstStyle/>
        <a:p>
          <a:endParaRPr lang="en-US"/>
        </a:p>
      </dgm:t>
    </dgm:pt>
    <dgm:pt modelId="{D5B502D7-558D-487F-873F-F2ABCFAA7286}" type="sibTrans" cxnId="{DB504EA5-7C8B-4568-8EAC-895872285F58}">
      <dgm:prSet/>
      <dgm:spPr/>
      <dgm:t>
        <a:bodyPr/>
        <a:lstStyle/>
        <a:p>
          <a:endParaRPr lang="en-US"/>
        </a:p>
      </dgm:t>
    </dgm:pt>
    <dgm:pt modelId="{D3E7F0BF-49A1-4518-89A9-30816F341182}">
      <dgm:prSet/>
      <dgm:spPr/>
      <dgm:t>
        <a:bodyPr/>
        <a:lstStyle/>
        <a:p>
          <a:r>
            <a:rPr lang="es-ES"/>
            <a:t>Estudio de alternativas</a:t>
          </a:r>
          <a:endParaRPr lang="en-US"/>
        </a:p>
      </dgm:t>
    </dgm:pt>
    <dgm:pt modelId="{C619D95B-AF87-444F-9FE9-9AB1C51BB99B}" type="parTrans" cxnId="{AAA9063D-4ECA-414A-95E0-C3C0F1A473F2}">
      <dgm:prSet/>
      <dgm:spPr/>
      <dgm:t>
        <a:bodyPr/>
        <a:lstStyle/>
        <a:p>
          <a:endParaRPr lang="en-US"/>
        </a:p>
      </dgm:t>
    </dgm:pt>
    <dgm:pt modelId="{156D45E4-D58A-4CD1-829F-2DF6B3AB2980}" type="sibTrans" cxnId="{AAA9063D-4ECA-414A-95E0-C3C0F1A473F2}">
      <dgm:prSet/>
      <dgm:spPr/>
      <dgm:t>
        <a:bodyPr/>
        <a:lstStyle/>
        <a:p>
          <a:endParaRPr lang="en-US"/>
        </a:p>
      </dgm:t>
    </dgm:pt>
    <dgm:pt modelId="{6055B4ED-C30F-4549-BFCB-091A6F66D3A8}">
      <dgm:prSet/>
      <dgm:spPr/>
      <dgm:t>
        <a:bodyPr/>
        <a:lstStyle/>
        <a:p>
          <a:r>
            <a:rPr lang="es-ES"/>
            <a:t>Diseño e implementación</a:t>
          </a:r>
          <a:endParaRPr lang="en-US"/>
        </a:p>
      </dgm:t>
    </dgm:pt>
    <dgm:pt modelId="{74656000-C26F-4DDF-B14E-DE92150B4669}" type="parTrans" cxnId="{9F74CD8D-92EF-45C6-94BB-0E15A6FF9867}">
      <dgm:prSet/>
      <dgm:spPr/>
      <dgm:t>
        <a:bodyPr/>
        <a:lstStyle/>
        <a:p>
          <a:endParaRPr lang="en-US"/>
        </a:p>
      </dgm:t>
    </dgm:pt>
    <dgm:pt modelId="{BF483E69-9E7F-429B-B5D0-DC6E3BE1DC6D}" type="sibTrans" cxnId="{9F74CD8D-92EF-45C6-94BB-0E15A6FF9867}">
      <dgm:prSet/>
      <dgm:spPr/>
      <dgm:t>
        <a:bodyPr/>
        <a:lstStyle/>
        <a:p>
          <a:endParaRPr lang="en-US"/>
        </a:p>
      </dgm:t>
    </dgm:pt>
    <dgm:pt modelId="{95395F12-487C-4745-B6B3-CA5A8B3E51C6}">
      <dgm:prSet/>
      <dgm:spPr/>
      <dgm:t>
        <a:bodyPr/>
        <a:lstStyle/>
        <a:p>
          <a:r>
            <a:rPr lang="es-ES"/>
            <a:t>Ejecución de pruebas</a:t>
          </a:r>
          <a:endParaRPr lang="en-US"/>
        </a:p>
      </dgm:t>
    </dgm:pt>
    <dgm:pt modelId="{7C7AE26A-7348-41FB-8A30-710E1742AEDE}" type="parTrans" cxnId="{5A02A8FF-D2E4-4FE9-91FB-EF64EA4EEE3D}">
      <dgm:prSet/>
      <dgm:spPr/>
      <dgm:t>
        <a:bodyPr/>
        <a:lstStyle/>
        <a:p>
          <a:endParaRPr lang="en-US"/>
        </a:p>
      </dgm:t>
    </dgm:pt>
    <dgm:pt modelId="{CA0A6F93-36C9-424F-8F13-1BF0B9B0522D}" type="sibTrans" cxnId="{5A02A8FF-D2E4-4FE9-91FB-EF64EA4EEE3D}">
      <dgm:prSet/>
      <dgm:spPr/>
      <dgm:t>
        <a:bodyPr/>
        <a:lstStyle/>
        <a:p>
          <a:endParaRPr lang="en-US"/>
        </a:p>
      </dgm:t>
    </dgm:pt>
    <dgm:pt modelId="{FFC61F4A-B00B-46DA-8CBF-64A1879FB355}">
      <dgm:prSet/>
      <dgm:spPr/>
      <dgm:t>
        <a:bodyPr/>
        <a:lstStyle/>
        <a:p>
          <a:r>
            <a:rPr lang="es-ES" dirty="0"/>
            <a:t>Reducción de detectabilidad</a:t>
          </a:r>
          <a:endParaRPr lang="en-US" dirty="0"/>
        </a:p>
      </dgm:t>
    </dgm:pt>
    <dgm:pt modelId="{496B552B-0655-44D7-AD3F-731D190F9F9D}" type="parTrans" cxnId="{3262E145-4C0F-4226-AD93-615E07B4B341}">
      <dgm:prSet/>
      <dgm:spPr/>
      <dgm:t>
        <a:bodyPr/>
        <a:lstStyle/>
        <a:p>
          <a:endParaRPr lang="en-US"/>
        </a:p>
      </dgm:t>
    </dgm:pt>
    <dgm:pt modelId="{97DA99C0-85EC-42BF-B91A-91A3DE9699AE}" type="sibTrans" cxnId="{3262E145-4C0F-4226-AD93-615E07B4B341}">
      <dgm:prSet/>
      <dgm:spPr/>
      <dgm:t>
        <a:bodyPr/>
        <a:lstStyle/>
        <a:p>
          <a:endParaRPr lang="en-US"/>
        </a:p>
      </dgm:t>
    </dgm:pt>
    <dgm:pt modelId="{2899D4E3-3CAD-46B2-9581-CF9697022546}">
      <dgm:prSet/>
      <dgm:spPr/>
      <dgm:t>
        <a:bodyPr/>
        <a:lstStyle/>
        <a:p>
          <a:r>
            <a:rPr lang="es-ES" dirty="0"/>
            <a:t>Conclusiones y Ampliaciones</a:t>
          </a:r>
          <a:endParaRPr lang="en-US" dirty="0"/>
        </a:p>
      </dgm:t>
    </dgm:pt>
    <dgm:pt modelId="{1C5B1662-7FF4-467F-8E1B-CF309FB1C02C}" type="parTrans" cxnId="{BF6EAAC5-752E-4478-AE80-A7193A2AB2F9}">
      <dgm:prSet/>
      <dgm:spPr/>
      <dgm:t>
        <a:bodyPr/>
        <a:lstStyle/>
        <a:p>
          <a:endParaRPr lang="en-US"/>
        </a:p>
      </dgm:t>
    </dgm:pt>
    <dgm:pt modelId="{782F20D0-6AA9-4151-A65F-DC7F7BCF9796}" type="sibTrans" cxnId="{BF6EAAC5-752E-4478-AE80-A7193A2AB2F9}">
      <dgm:prSet/>
      <dgm:spPr/>
      <dgm:t>
        <a:bodyPr/>
        <a:lstStyle/>
        <a:p>
          <a:endParaRPr lang="en-US"/>
        </a:p>
      </dgm:t>
    </dgm:pt>
    <dgm:pt modelId="{06F2FB9A-1016-4E0C-90AE-865E26014295}" type="pres">
      <dgm:prSet presAssocID="{96F7BEE8-29B2-4DF6-934B-666987DEB268}" presName="vert0" presStyleCnt="0">
        <dgm:presLayoutVars>
          <dgm:dir/>
          <dgm:animOne val="branch"/>
          <dgm:animLvl val="lvl"/>
        </dgm:presLayoutVars>
      </dgm:prSet>
      <dgm:spPr/>
    </dgm:pt>
    <dgm:pt modelId="{71310DF6-4577-408A-9592-87CBBF6D4B56}" type="pres">
      <dgm:prSet presAssocID="{3B57B70E-9C4C-4E7E-9613-05021A177EB3}" presName="thickLine" presStyleLbl="alignNode1" presStyleIdx="0" presStyleCnt="7"/>
      <dgm:spPr/>
    </dgm:pt>
    <dgm:pt modelId="{09D5B78C-ED09-4EF4-BE55-B3B1DD8F5F4C}" type="pres">
      <dgm:prSet presAssocID="{3B57B70E-9C4C-4E7E-9613-05021A177EB3}" presName="horz1" presStyleCnt="0"/>
      <dgm:spPr/>
    </dgm:pt>
    <dgm:pt modelId="{60647AB8-809A-4527-A551-BFA93F54B43C}" type="pres">
      <dgm:prSet presAssocID="{3B57B70E-9C4C-4E7E-9613-05021A177EB3}" presName="tx1" presStyleLbl="revTx" presStyleIdx="0" presStyleCnt="7"/>
      <dgm:spPr/>
    </dgm:pt>
    <dgm:pt modelId="{2EE61294-CC84-4E63-9113-D345F38B5F27}" type="pres">
      <dgm:prSet presAssocID="{3B57B70E-9C4C-4E7E-9613-05021A177EB3}" presName="vert1" presStyleCnt="0"/>
      <dgm:spPr/>
    </dgm:pt>
    <dgm:pt modelId="{8D7B1858-1BE1-4D93-BEC6-98B0EA977B5E}" type="pres">
      <dgm:prSet presAssocID="{76BB8BF0-7638-42BD-8E6F-B73927A9EB02}" presName="thickLine" presStyleLbl="alignNode1" presStyleIdx="1" presStyleCnt="7"/>
      <dgm:spPr/>
    </dgm:pt>
    <dgm:pt modelId="{2C73D26F-062A-43CC-BFA3-5219FC43FF28}" type="pres">
      <dgm:prSet presAssocID="{76BB8BF0-7638-42BD-8E6F-B73927A9EB02}" presName="horz1" presStyleCnt="0"/>
      <dgm:spPr/>
    </dgm:pt>
    <dgm:pt modelId="{7A916706-4E88-4A37-88D5-E7CA63820114}" type="pres">
      <dgm:prSet presAssocID="{76BB8BF0-7638-42BD-8E6F-B73927A9EB02}" presName="tx1" presStyleLbl="revTx" presStyleIdx="1" presStyleCnt="7"/>
      <dgm:spPr/>
    </dgm:pt>
    <dgm:pt modelId="{62A98450-10E1-46CD-BA47-966F303E2C0D}" type="pres">
      <dgm:prSet presAssocID="{76BB8BF0-7638-42BD-8E6F-B73927A9EB02}" presName="vert1" presStyleCnt="0"/>
      <dgm:spPr/>
    </dgm:pt>
    <dgm:pt modelId="{43A7AD9F-F419-46D2-B13D-079CE72FBCD8}" type="pres">
      <dgm:prSet presAssocID="{D3E7F0BF-49A1-4518-89A9-30816F341182}" presName="thickLine" presStyleLbl="alignNode1" presStyleIdx="2" presStyleCnt="7"/>
      <dgm:spPr/>
    </dgm:pt>
    <dgm:pt modelId="{E36706FA-E4FE-4F96-86EC-94129F2A275F}" type="pres">
      <dgm:prSet presAssocID="{D3E7F0BF-49A1-4518-89A9-30816F341182}" presName="horz1" presStyleCnt="0"/>
      <dgm:spPr/>
    </dgm:pt>
    <dgm:pt modelId="{16335FDD-C06F-4393-AFEE-A935A88CFFB8}" type="pres">
      <dgm:prSet presAssocID="{D3E7F0BF-49A1-4518-89A9-30816F341182}" presName="tx1" presStyleLbl="revTx" presStyleIdx="2" presStyleCnt="7"/>
      <dgm:spPr/>
    </dgm:pt>
    <dgm:pt modelId="{3E52F8E8-1C18-48FD-A834-ADA29FB27D0C}" type="pres">
      <dgm:prSet presAssocID="{D3E7F0BF-49A1-4518-89A9-30816F341182}" presName="vert1" presStyleCnt="0"/>
      <dgm:spPr/>
    </dgm:pt>
    <dgm:pt modelId="{23CE7E00-AA6C-4998-9934-DF3C3D0CA3C6}" type="pres">
      <dgm:prSet presAssocID="{6055B4ED-C30F-4549-BFCB-091A6F66D3A8}" presName="thickLine" presStyleLbl="alignNode1" presStyleIdx="3" presStyleCnt="7"/>
      <dgm:spPr/>
    </dgm:pt>
    <dgm:pt modelId="{850AAAD0-E190-4BF2-B589-7C59A03BC30D}" type="pres">
      <dgm:prSet presAssocID="{6055B4ED-C30F-4549-BFCB-091A6F66D3A8}" presName="horz1" presStyleCnt="0"/>
      <dgm:spPr/>
    </dgm:pt>
    <dgm:pt modelId="{59E7AD3A-66B0-4479-9C4E-4B189125BE46}" type="pres">
      <dgm:prSet presAssocID="{6055B4ED-C30F-4549-BFCB-091A6F66D3A8}" presName="tx1" presStyleLbl="revTx" presStyleIdx="3" presStyleCnt="7"/>
      <dgm:spPr/>
    </dgm:pt>
    <dgm:pt modelId="{AAC224ED-F711-4327-AAAF-9F8FC74673D6}" type="pres">
      <dgm:prSet presAssocID="{6055B4ED-C30F-4549-BFCB-091A6F66D3A8}" presName="vert1" presStyleCnt="0"/>
      <dgm:spPr/>
    </dgm:pt>
    <dgm:pt modelId="{4FDC5E05-56EA-48A3-998F-34BC7C8FC984}" type="pres">
      <dgm:prSet presAssocID="{95395F12-487C-4745-B6B3-CA5A8B3E51C6}" presName="thickLine" presStyleLbl="alignNode1" presStyleIdx="4" presStyleCnt="7"/>
      <dgm:spPr/>
    </dgm:pt>
    <dgm:pt modelId="{251364D4-F722-46B7-B5CC-40C633BBEC7C}" type="pres">
      <dgm:prSet presAssocID="{95395F12-487C-4745-B6B3-CA5A8B3E51C6}" presName="horz1" presStyleCnt="0"/>
      <dgm:spPr/>
    </dgm:pt>
    <dgm:pt modelId="{09894015-B209-498D-83B1-1F536BC4049B}" type="pres">
      <dgm:prSet presAssocID="{95395F12-487C-4745-B6B3-CA5A8B3E51C6}" presName="tx1" presStyleLbl="revTx" presStyleIdx="4" presStyleCnt="7"/>
      <dgm:spPr/>
    </dgm:pt>
    <dgm:pt modelId="{974118EC-8336-4475-A2A6-93370949FA26}" type="pres">
      <dgm:prSet presAssocID="{95395F12-487C-4745-B6B3-CA5A8B3E51C6}" presName="vert1" presStyleCnt="0"/>
      <dgm:spPr/>
    </dgm:pt>
    <dgm:pt modelId="{F9BB2CA6-F60B-424F-81E3-9598470E0477}" type="pres">
      <dgm:prSet presAssocID="{FFC61F4A-B00B-46DA-8CBF-64A1879FB355}" presName="thickLine" presStyleLbl="alignNode1" presStyleIdx="5" presStyleCnt="7"/>
      <dgm:spPr/>
    </dgm:pt>
    <dgm:pt modelId="{7DD4CDC7-77DD-4D4E-8946-3F87A3721B6E}" type="pres">
      <dgm:prSet presAssocID="{FFC61F4A-B00B-46DA-8CBF-64A1879FB355}" presName="horz1" presStyleCnt="0"/>
      <dgm:spPr/>
    </dgm:pt>
    <dgm:pt modelId="{887A795A-1EC4-43DE-AA64-C7C80BFB1D14}" type="pres">
      <dgm:prSet presAssocID="{FFC61F4A-B00B-46DA-8CBF-64A1879FB355}" presName="tx1" presStyleLbl="revTx" presStyleIdx="5" presStyleCnt="7"/>
      <dgm:spPr/>
    </dgm:pt>
    <dgm:pt modelId="{76ABD80C-BA89-4FE0-ABA6-F89054AA017C}" type="pres">
      <dgm:prSet presAssocID="{FFC61F4A-B00B-46DA-8CBF-64A1879FB355}" presName="vert1" presStyleCnt="0"/>
      <dgm:spPr/>
    </dgm:pt>
    <dgm:pt modelId="{6E2DA852-A727-44E9-AE42-FFE3320390CB}" type="pres">
      <dgm:prSet presAssocID="{2899D4E3-3CAD-46B2-9581-CF9697022546}" presName="thickLine" presStyleLbl="alignNode1" presStyleIdx="6" presStyleCnt="7"/>
      <dgm:spPr/>
    </dgm:pt>
    <dgm:pt modelId="{7CA1CBF5-836E-4378-9E8A-012C25DCC774}" type="pres">
      <dgm:prSet presAssocID="{2899D4E3-3CAD-46B2-9581-CF9697022546}" presName="horz1" presStyleCnt="0"/>
      <dgm:spPr/>
    </dgm:pt>
    <dgm:pt modelId="{8A8AB5AE-2653-4C43-A369-0E2095D08EE7}" type="pres">
      <dgm:prSet presAssocID="{2899D4E3-3CAD-46B2-9581-CF9697022546}" presName="tx1" presStyleLbl="revTx" presStyleIdx="6" presStyleCnt="7"/>
      <dgm:spPr/>
    </dgm:pt>
    <dgm:pt modelId="{7631E14C-E645-4F5E-91E4-9374B47B7934}" type="pres">
      <dgm:prSet presAssocID="{2899D4E3-3CAD-46B2-9581-CF9697022546}" presName="vert1" presStyleCnt="0"/>
      <dgm:spPr/>
    </dgm:pt>
  </dgm:ptLst>
  <dgm:cxnLst>
    <dgm:cxn modelId="{1778C502-3601-4FAB-AA7C-A6AA1F9408B1}" type="presOf" srcId="{2899D4E3-3CAD-46B2-9581-CF9697022546}" destId="{8A8AB5AE-2653-4C43-A369-0E2095D08EE7}" srcOrd="0" destOrd="0" presId="urn:microsoft.com/office/officeart/2008/layout/LinedList"/>
    <dgm:cxn modelId="{AAA9063D-4ECA-414A-95E0-C3C0F1A473F2}" srcId="{96F7BEE8-29B2-4DF6-934B-666987DEB268}" destId="{D3E7F0BF-49A1-4518-89A9-30816F341182}" srcOrd="2" destOrd="0" parTransId="{C619D95B-AF87-444F-9FE9-9AB1C51BB99B}" sibTransId="{156D45E4-D58A-4CD1-829F-2DF6B3AB2980}"/>
    <dgm:cxn modelId="{3262E145-4C0F-4226-AD93-615E07B4B341}" srcId="{96F7BEE8-29B2-4DF6-934B-666987DEB268}" destId="{FFC61F4A-B00B-46DA-8CBF-64A1879FB355}" srcOrd="5" destOrd="0" parTransId="{496B552B-0655-44D7-AD3F-731D190F9F9D}" sibTransId="{97DA99C0-85EC-42BF-B91A-91A3DE9699AE}"/>
    <dgm:cxn modelId="{9D3F2F69-D7F0-42C1-9C9A-72E40963F852}" type="presOf" srcId="{D3E7F0BF-49A1-4518-89A9-30816F341182}" destId="{16335FDD-C06F-4393-AFEE-A935A88CFFB8}" srcOrd="0" destOrd="0" presId="urn:microsoft.com/office/officeart/2008/layout/LinedList"/>
    <dgm:cxn modelId="{8634E76F-58C7-4062-BF91-9F8BBA87A5AF}" type="presOf" srcId="{6055B4ED-C30F-4549-BFCB-091A6F66D3A8}" destId="{59E7AD3A-66B0-4479-9C4E-4B189125BE46}" srcOrd="0" destOrd="0" presId="urn:microsoft.com/office/officeart/2008/layout/LinedList"/>
    <dgm:cxn modelId="{6E23B07C-BCB2-4365-B80F-A278003CF300}" type="presOf" srcId="{95395F12-487C-4745-B6B3-CA5A8B3E51C6}" destId="{09894015-B209-498D-83B1-1F536BC4049B}" srcOrd="0" destOrd="0" presId="urn:microsoft.com/office/officeart/2008/layout/LinedList"/>
    <dgm:cxn modelId="{60194E8C-1CB1-4AFB-9BBC-B2ACD2774F3A}" srcId="{96F7BEE8-29B2-4DF6-934B-666987DEB268}" destId="{3B57B70E-9C4C-4E7E-9613-05021A177EB3}" srcOrd="0" destOrd="0" parTransId="{51EA5FDF-2601-4EF5-BAB1-71E06732EAB8}" sibTransId="{97D4128F-1D4A-4259-8947-82A6B4894ED2}"/>
    <dgm:cxn modelId="{9F74CD8D-92EF-45C6-94BB-0E15A6FF9867}" srcId="{96F7BEE8-29B2-4DF6-934B-666987DEB268}" destId="{6055B4ED-C30F-4549-BFCB-091A6F66D3A8}" srcOrd="3" destOrd="0" parTransId="{74656000-C26F-4DDF-B14E-DE92150B4669}" sibTransId="{BF483E69-9E7F-429B-B5D0-DC6E3BE1DC6D}"/>
    <dgm:cxn modelId="{7359968F-A209-4BB3-9BF9-C85E9354ED8E}" type="presOf" srcId="{3B57B70E-9C4C-4E7E-9613-05021A177EB3}" destId="{60647AB8-809A-4527-A551-BFA93F54B43C}" srcOrd="0" destOrd="0" presId="urn:microsoft.com/office/officeart/2008/layout/LinedList"/>
    <dgm:cxn modelId="{B5F826A2-237C-4FCE-9CD6-0B6661BDDBE5}" type="presOf" srcId="{FFC61F4A-B00B-46DA-8CBF-64A1879FB355}" destId="{887A795A-1EC4-43DE-AA64-C7C80BFB1D14}" srcOrd="0" destOrd="0" presId="urn:microsoft.com/office/officeart/2008/layout/LinedList"/>
    <dgm:cxn modelId="{DB504EA5-7C8B-4568-8EAC-895872285F58}" srcId="{96F7BEE8-29B2-4DF6-934B-666987DEB268}" destId="{76BB8BF0-7638-42BD-8E6F-B73927A9EB02}" srcOrd="1" destOrd="0" parTransId="{56EAC38C-111A-4DC9-BFC3-399A616CF0B1}" sibTransId="{D5B502D7-558D-487F-873F-F2ABCFAA7286}"/>
    <dgm:cxn modelId="{368117C4-AEC9-4D6F-89DA-4D965BDF9EBA}" type="presOf" srcId="{96F7BEE8-29B2-4DF6-934B-666987DEB268}" destId="{06F2FB9A-1016-4E0C-90AE-865E26014295}" srcOrd="0" destOrd="0" presId="urn:microsoft.com/office/officeart/2008/layout/LinedList"/>
    <dgm:cxn modelId="{BF6EAAC5-752E-4478-AE80-A7193A2AB2F9}" srcId="{96F7BEE8-29B2-4DF6-934B-666987DEB268}" destId="{2899D4E3-3CAD-46B2-9581-CF9697022546}" srcOrd="6" destOrd="0" parTransId="{1C5B1662-7FF4-467F-8E1B-CF309FB1C02C}" sibTransId="{782F20D0-6AA9-4151-A65F-DC7F7BCF9796}"/>
    <dgm:cxn modelId="{8E8461C8-8B39-46A9-BFB7-148F19B6F3A0}" type="presOf" srcId="{76BB8BF0-7638-42BD-8E6F-B73927A9EB02}" destId="{7A916706-4E88-4A37-88D5-E7CA63820114}" srcOrd="0" destOrd="0" presId="urn:microsoft.com/office/officeart/2008/layout/LinedList"/>
    <dgm:cxn modelId="{5A02A8FF-D2E4-4FE9-91FB-EF64EA4EEE3D}" srcId="{96F7BEE8-29B2-4DF6-934B-666987DEB268}" destId="{95395F12-487C-4745-B6B3-CA5A8B3E51C6}" srcOrd="4" destOrd="0" parTransId="{7C7AE26A-7348-41FB-8A30-710E1742AEDE}" sibTransId="{CA0A6F93-36C9-424F-8F13-1BF0B9B0522D}"/>
    <dgm:cxn modelId="{E1F1D50D-8F44-4F68-9966-725FFFAC1FC6}" type="presParOf" srcId="{06F2FB9A-1016-4E0C-90AE-865E26014295}" destId="{71310DF6-4577-408A-9592-87CBBF6D4B56}" srcOrd="0" destOrd="0" presId="urn:microsoft.com/office/officeart/2008/layout/LinedList"/>
    <dgm:cxn modelId="{53562C36-EAF3-4CFB-B981-2346EABAFFF0}" type="presParOf" srcId="{06F2FB9A-1016-4E0C-90AE-865E26014295}" destId="{09D5B78C-ED09-4EF4-BE55-B3B1DD8F5F4C}" srcOrd="1" destOrd="0" presId="urn:microsoft.com/office/officeart/2008/layout/LinedList"/>
    <dgm:cxn modelId="{671E204F-A890-445E-94B8-55B9231A0852}" type="presParOf" srcId="{09D5B78C-ED09-4EF4-BE55-B3B1DD8F5F4C}" destId="{60647AB8-809A-4527-A551-BFA93F54B43C}" srcOrd="0" destOrd="0" presId="urn:microsoft.com/office/officeart/2008/layout/LinedList"/>
    <dgm:cxn modelId="{6FED7DDD-83F9-4E2F-B954-B3CCD3859590}" type="presParOf" srcId="{09D5B78C-ED09-4EF4-BE55-B3B1DD8F5F4C}" destId="{2EE61294-CC84-4E63-9113-D345F38B5F27}" srcOrd="1" destOrd="0" presId="urn:microsoft.com/office/officeart/2008/layout/LinedList"/>
    <dgm:cxn modelId="{F8C07724-AA33-4B77-A922-698D5D5F9582}" type="presParOf" srcId="{06F2FB9A-1016-4E0C-90AE-865E26014295}" destId="{8D7B1858-1BE1-4D93-BEC6-98B0EA977B5E}" srcOrd="2" destOrd="0" presId="urn:microsoft.com/office/officeart/2008/layout/LinedList"/>
    <dgm:cxn modelId="{1A2AC29C-D054-4A0B-BDF3-BBFC25FC2484}" type="presParOf" srcId="{06F2FB9A-1016-4E0C-90AE-865E26014295}" destId="{2C73D26F-062A-43CC-BFA3-5219FC43FF28}" srcOrd="3" destOrd="0" presId="urn:microsoft.com/office/officeart/2008/layout/LinedList"/>
    <dgm:cxn modelId="{274C1AC8-869B-4012-952E-BE0F07AC278B}" type="presParOf" srcId="{2C73D26F-062A-43CC-BFA3-5219FC43FF28}" destId="{7A916706-4E88-4A37-88D5-E7CA63820114}" srcOrd="0" destOrd="0" presId="urn:microsoft.com/office/officeart/2008/layout/LinedList"/>
    <dgm:cxn modelId="{E743B495-AABB-43BE-AF23-21E01523F171}" type="presParOf" srcId="{2C73D26F-062A-43CC-BFA3-5219FC43FF28}" destId="{62A98450-10E1-46CD-BA47-966F303E2C0D}" srcOrd="1" destOrd="0" presId="urn:microsoft.com/office/officeart/2008/layout/LinedList"/>
    <dgm:cxn modelId="{6B0FC8B4-0FEA-45A5-AA04-8FEB0FB0A60E}" type="presParOf" srcId="{06F2FB9A-1016-4E0C-90AE-865E26014295}" destId="{43A7AD9F-F419-46D2-B13D-079CE72FBCD8}" srcOrd="4" destOrd="0" presId="urn:microsoft.com/office/officeart/2008/layout/LinedList"/>
    <dgm:cxn modelId="{EF581BB2-F579-467F-939C-AE3300F08041}" type="presParOf" srcId="{06F2FB9A-1016-4E0C-90AE-865E26014295}" destId="{E36706FA-E4FE-4F96-86EC-94129F2A275F}" srcOrd="5" destOrd="0" presId="urn:microsoft.com/office/officeart/2008/layout/LinedList"/>
    <dgm:cxn modelId="{7B99BE07-A5B0-415A-950E-B52D2399B7C7}" type="presParOf" srcId="{E36706FA-E4FE-4F96-86EC-94129F2A275F}" destId="{16335FDD-C06F-4393-AFEE-A935A88CFFB8}" srcOrd="0" destOrd="0" presId="urn:microsoft.com/office/officeart/2008/layout/LinedList"/>
    <dgm:cxn modelId="{8779EA6E-9BEC-435E-886F-EDE7BE8E957F}" type="presParOf" srcId="{E36706FA-E4FE-4F96-86EC-94129F2A275F}" destId="{3E52F8E8-1C18-48FD-A834-ADA29FB27D0C}" srcOrd="1" destOrd="0" presId="urn:microsoft.com/office/officeart/2008/layout/LinedList"/>
    <dgm:cxn modelId="{6BEF3EB3-1BA0-49CB-A252-7A157297AEE7}" type="presParOf" srcId="{06F2FB9A-1016-4E0C-90AE-865E26014295}" destId="{23CE7E00-AA6C-4998-9934-DF3C3D0CA3C6}" srcOrd="6" destOrd="0" presId="urn:microsoft.com/office/officeart/2008/layout/LinedList"/>
    <dgm:cxn modelId="{49AEB104-AB25-4B7B-9953-58463FB4C727}" type="presParOf" srcId="{06F2FB9A-1016-4E0C-90AE-865E26014295}" destId="{850AAAD0-E190-4BF2-B589-7C59A03BC30D}" srcOrd="7" destOrd="0" presId="urn:microsoft.com/office/officeart/2008/layout/LinedList"/>
    <dgm:cxn modelId="{28A3D0F4-D7D7-4626-86E5-B63D1E270954}" type="presParOf" srcId="{850AAAD0-E190-4BF2-B589-7C59A03BC30D}" destId="{59E7AD3A-66B0-4479-9C4E-4B189125BE46}" srcOrd="0" destOrd="0" presId="urn:microsoft.com/office/officeart/2008/layout/LinedList"/>
    <dgm:cxn modelId="{B9CE0291-EA4A-4F06-A82B-2DA74A07C3BC}" type="presParOf" srcId="{850AAAD0-E190-4BF2-B589-7C59A03BC30D}" destId="{AAC224ED-F711-4327-AAAF-9F8FC74673D6}" srcOrd="1" destOrd="0" presId="urn:microsoft.com/office/officeart/2008/layout/LinedList"/>
    <dgm:cxn modelId="{BA164FEB-4CF9-4684-9742-FA5B3A150D48}" type="presParOf" srcId="{06F2FB9A-1016-4E0C-90AE-865E26014295}" destId="{4FDC5E05-56EA-48A3-998F-34BC7C8FC984}" srcOrd="8" destOrd="0" presId="urn:microsoft.com/office/officeart/2008/layout/LinedList"/>
    <dgm:cxn modelId="{FBB302AB-04F6-4A4B-BA37-D9854BE412DE}" type="presParOf" srcId="{06F2FB9A-1016-4E0C-90AE-865E26014295}" destId="{251364D4-F722-46B7-B5CC-40C633BBEC7C}" srcOrd="9" destOrd="0" presId="urn:microsoft.com/office/officeart/2008/layout/LinedList"/>
    <dgm:cxn modelId="{5AF38EA5-F71D-4978-95AC-DE6D39751325}" type="presParOf" srcId="{251364D4-F722-46B7-B5CC-40C633BBEC7C}" destId="{09894015-B209-498D-83B1-1F536BC4049B}" srcOrd="0" destOrd="0" presId="urn:microsoft.com/office/officeart/2008/layout/LinedList"/>
    <dgm:cxn modelId="{D7F24749-E8C2-4E43-9133-DD596D6749B4}" type="presParOf" srcId="{251364D4-F722-46B7-B5CC-40C633BBEC7C}" destId="{974118EC-8336-4475-A2A6-93370949FA26}" srcOrd="1" destOrd="0" presId="urn:microsoft.com/office/officeart/2008/layout/LinedList"/>
    <dgm:cxn modelId="{4BD5B195-F566-44C6-BC65-8DFB88AF70D7}" type="presParOf" srcId="{06F2FB9A-1016-4E0C-90AE-865E26014295}" destId="{F9BB2CA6-F60B-424F-81E3-9598470E0477}" srcOrd="10" destOrd="0" presId="urn:microsoft.com/office/officeart/2008/layout/LinedList"/>
    <dgm:cxn modelId="{9352AA2B-7F4D-4FF4-9BCA-13A7667663DE}" type="presParOf" srcId="{06F2FB9A-1016-4E0C-90AE-865E26014295}" destId="{7DD4CDC7-77DD-4D4E-8946-3F87A3721B6E}" srcOrd="11" destOrd="0" presId="urn:microsoft.com/office/officeart/2008/layout/LinedList"/>
    <dgm:cxn modelId="{87C87B94-AB27-4D67-8C85-F5ECF2FB51E6}" type="presParOf" srcId="{7DD4CDC7-77DD-4D4E-8946-3F87A3721B6E}" destId="{887A795A-1EC4-43DE-AA64-C7C80BFB1D14}" srcOrd="0" destOrd="0" presId="urn:microsoft.com/office/officeart/2008/layout/LinedList"/>
    <dgm:cxn modelId="{BE0B16F1-68E8-457D-9B8F-06CF07D4347C}" type="presParOf" srcId="{7DD4CDC7-77DD-4D4E-8946-3F87A3721B6E}" destId="{76ABD80C-BA89-4FE0-ABA6-F89054AA017C}" srcOrd="1" destOrd="0" presId="urn:microsoft.com/office/officeart/2008/layout/LinedList"/>
    <dgm:cxn modelId="{22B21FAB-3190-4A8E-B80A-D31473CBF1B3}" type="presParOf" srcId="{06F2FB9A-1016-4E0C-90AE-865E26014295}" destId="{6E2DA852-A727-44E9-AE42-FFE3320390CB}" srcOrd="12" destOrd="0" presId="urn:microsoft.com/office/officeart/2008/layout/LinedList"/>
    <dgm:cxn modelId="{F57A484D-7935-4132-8876-458E1FADED6D}" type="presParOf" srcId="{06F2FB9A-1016-4E0C-90AE-865E26014295}" destId="{7CA1CBF5-836E-4378-9E8A-012C25DCC774}" srcOrd="13" destOrd="0" presId="urn:microsoft.com/office/officeart/2008/layout/LinedList"/>
    <dgm:cxn modelId="{82E185C5-5919-41C6-B1D1-198C55F221DC}" type="presParOf" srcId="{7CA1CBF5-836E-4378-9E8A-012C25DCC774}" destId="{8A8AB5AE-2653-4C43-A369-0E2095D08EE7}" srcOrd="0" destOrd="0" presId="urn:microsoft.com/office/officeart/2008/layout/LinedList"/>
    <dgm:cxn modelId="{FA7B1A63-3774-4C92-B581-690E199700AF}" type="presParOf" srcId="{7CA1CBF5-836E-4378-9E8A-012C25DCC774}" destId="{7631E14C-E645-4F5E-91E4-9374B47B79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F7BEE8-29B2-4DF6-934B-666987DEB268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57B70E-9C4C-4E7E-9613-05021A177EB3}">
      <dgm:prSet/>
      <dgm:spPr/>
      <dgm:t>
        <a:bodyPr/>
        <a:lstStyle/>
        <a:p>
          <a:r>
            <a:rPr lang="es-ES" b="1" dirty="0"/>
            <a:t>Análisis de necesidad</a:t>
          </a:r>
          <a:endParaRPr lang="en-US" b="1" dirty="0"/>
        </a:p>
      </dgm:t>
    </dgm:pt>
    <dgm:pt modelId="{51EA5FDF-2601-4EF5-BAB1-71E06732EAB8}" type="parTrans" cxnId="{60194E8C-1CB1-4AFB-9BBC-B2ACD2774F3A}">
      <dgm:prSet/>
      <dgm:spPr/>
      <dgm:t>
        <a:bodyPr/>
        <a:lstStyle/>
        <a:p>
          <a:endParaRPr lang="en-US"/>
        </a:p>
      </dgm:t>
    </dgm:pt>
    <dgm:pt modelId="{97D4128F-1D4A-4259-8947-82A6B4894ED2}" type="sibTrans" cxnId="{60194E8C-1CB1-4AFB-9BBC-B2ACD2774F3A}">
      <dgm:prSet/>
      <dgm:spPr/>
      <dgm:t>
        <a:bodyPr/>
        <a:lstStyle/>
        <a:p>
          <a:endParaRPr lang="en-US"/>
        </a:p>
      </dgm:t>
    </dgm:pt>
    <dgm:pt modelId="{76BB8BF0-7638-42BD-8E6F-B73927A9EB02}">
      <dgm:prSet/>
      <dgm:spPr/>
      <dgm:t>
        <a:bodyPr/>
        <a:lstStyle/>
        <a:p>
          <a:r>
            <a:rPr lang="es-ES" b="0" dirty="0"/>
            <a:t>Investigación inicial</a:t>
          </a:r>
          <a:endParaRPr lang="en-US" b="0" dirty="0"/>
        </a:p>
      </dgm:t>
    </dgm:pt>
    <dgm:pt modelId="{56EAC38C-111A-4DC9-BFC3-399A616CF0B1}" type="parTrans" cxnId="{DB504EA5-7C8B-4568-8EAC-895872285F58}">
      <dgm:prSet/>
      <dgm:spPr/>
      <dgm:t>
        <a:bodyPr/>
        <a:lstStyle/>
        <a:p>
          <a:endParaRPr lang="en-US"/>
        </a:p>
      </dgm:t>
    </dgm:pt>
    <dgm:pt modelId="{D5B502D7-558D-487F-873F-F2ABCFAA7286}" type="sibTrans" cxnId="{DB504EA5-7C8B-4568-8EAC-895872285F58}">
      <dgm:prSet/>
      <dgm:spPr/>
      <dgm:t>
        <a:bodyPr/>
        <a:lstStyle/>
        <a:p>
          <a:endParaRPr lang="en-US"/>
        </a:p>
      </dgm:t>
    </dgm:pt>
    <dgm:pt modelId="{D3E7F0BF-49A1-4518-89A9-30816F341182}">
      <dgm:prSet/>
      <dgm:spPr/>
      <dgm:t>
        <a:bodyPr/>
        <a:lstStyle/>
        <a:p>
          <a:r>
            <a:rPr lang="es-ES"/>
            <a:t>Estudio de alternativas</a:t>
          </a:r>
          <a:endParaRPr lang="en-US"/>
        </a:p>
      </dgm:t>
    </dgm:pt>
    <dgm:pt modelId="{C619D95B-AF87-444F-9FE9-9AB1C51BB99B}" type="parTrans" cxnId="{AAA9063D-4ECA-414A-95E0-C3C0F1A473F2}">
      <dgm:prSet/>
      <dgm:spPr/>
      <dgm:t>
        <a:bodyPr/>
        <a:lstStyle/>
        <a:p>
          <a:endParaRPr lang="en-US"/>
        </a:p>
      </dgm:t>
    </dgm:pt>
    <dgm:pt modelId="{156D45E4-D58A-4CD1-829F-2DF6B3AB2980}" type="sibTrans" cxnId="{AAA9063D-4ECA-414A-95E0-C3C0F1A473F2}">
      <dgm:prSet/>
      <dgm:spPr/>
      <dgm:t>
        <a:bodyPr/>
        <a:lstStyle/>
        <a:p>
          <a:endParaRPr lang="en-US"/>
        </a:p>
      </dgm:t>
    </dgm:pt>
    <dgm:pt modelId="{6055B4ED-C30F-4549-BFCB-091A6F66D3A8}">
      <dgm:prSet/>
      <dgm:spPr/>
      <dgm:t>
        <a:bodyPr/>
        <a:lstStyle/>
        <a:p>
          <a:r>
            <a:rPr lang="es-ES"/>
            <a:t>Diseño e implementación</a:t>
          </a:r>
          <a:endParaRPr lang="en-US"/>
        </a:p>
      </dgm:t>
    </dgm:pt>
    <dgm:pt modelId="{74656000-C26F-4DDF-B14E-DE92150B4669}" type="parTrans" cxnId="{9F74CD8D-92EF-45C6-94BB-0E15A6FF9867}">
      <dgm:prSet/>
      <dgm:spPr/>
      <dgm:t>
        <a:bodyPr/>
        <a:lstStyle/>
        <a:p>
          <a:endParaRPr lang="en-US"/>
        </a:p>
      </dgm:t>
    </dgm:pt>
    <dgm:pt modelId="{BF483E69-9E7F-429B-B5D0-DC6E3BE1DC6D}" type="sibTrans" cxnId="{9F74CD8D-92EF-45C6-94BB-0E15A6FF9867}">
      <dgm:prSet/>
      <dgm:spPr/>
      <dgm:t>
        <a:bodyPr/>
        <a:lstStyle/>
        <a:p>
          <a:endParaRPr lang="en-US"/>
        </a:p>
      </dgm:t>
    </dgm:pt>
    <dgm:pt modelId="{95395F12-487C-4745-B6B3-CA5A8B3E51C6}">
      <dgm:prSet/>
      <dgm:spPr/>
      <dgm:t>
        <a:bodyPr/>
        <a:lstStyle/>
        <a:p>
          <a:r>
            <a:rPr lang="es-ES"/>
            <a:t>Ejecución de pruebas</a:t>
          </a:r>
          <a:endParaRPr lang="en-US"/>
        </a:p>
      </dgm:t>
    </dgm:pt>
    <dgm:pt modelId="{7C7AE26A-7348-41FB-8A30-710E1742AEDE}" type="parTrans" cxnId="{5A02A8FF-D2E4-4FE9-91FB-EF64EA4EEE3D}">
      <dgm:prSet/>
      <dgm:spPr/>
      <dgm:t>
        <a:bodyPr/>
        <a:lstStyle/>
        <a:p>
          <a:endParaRPr lang="en-US"/>
        </a:p>
      </dgm:t>
    </dgm:pt>
    <dgm:pt modelId="{CA0A6F93-36C9-424F-8F13-1BF0B9B0522D}" type="sibTrans" cxnId="{5A02A8FF-D2E4-4FE9-91FB-EF64EA4EEE3D}">
      <dgm:prSet/>
      <dgm:spPr/>
      <dgm:t>
        <a:bodyPr/>
        <a:lstStyle/>
        <a:p>
          <a:endParaRPr lang="en-US"/>
        </a:p>
      </dgm:t>
    </dgm:pt>
    <dgm:pt modelId="{FFC61F4A-B00B-46DA-8CBF-64A1879FB355}">
      <dgm:prSet/>
      <dgm:spPr/>
      <dgm:t>
        <a:bodyPr/>
        <a:lstStyle/>
        <a:p>
          <a:r>
            <a:rPr lang="es-ES" dirty="0"/>
            <a:t>Reducción de detectabilidad</a:t>
          </a:r>
          <a:endParaRPr lang="en-US" dirty="0"/>
        </a:p>
      </dgm:t>
    </dgm:pt>
    <dgm:pt modelId="{496B552B-0655-44D7-AD3F-731D190F9F9D}" type="parTrans" cxnId="{3262E145-4C0F-4226-AD93-615E07B4B341}">
      <dgm:prSet/>
      <dgm:spPr/>
      <dgm:t>
        <a:bodyPr/>
        <a:lstStyle/>
        <a:p>
          <a:endParaRPr lang="en-US"/>
        </a:p>
      </dgm:t>
    </dgm:pt>
    <dgm:pt modelId="{97DA99C0-85EC-42BF-B91A-91A3DE9699AE}" type="sibTrans" cxnId="{3262E145-4C0F-4226-AD93-615E07B4B341}">
      <dgm:prSet/>
      <dgm:spPr/>
      <dgm:t>
        <a:bodyPr/>
        <a:lstStyle/>
        <a:p>
          <a:endParaRPr lang="en-US"/>
        </a:p>
      </dgm:t>
    </dgm:pt>
    <dgm:pt modelId="{2899D4E3-3CAD-46B2-9581-CF9697022546}">
      <dgm:prSet/>
      <dgm:spPr/>
      <dgm:t>
        <a:bodyPr/>
        <a:lstStyle/>
        <a:p>
          <a:r>
            <a:rPr lang="es-ES" dirty="0"/>
            <a:t>Conclusiones y Ampliaciones</a:t>
          </a:r>
          <a:endParaRPr lang="en-US" dirty="0"/>
        </a:p>
      </dgm:t>
    </dgm:pt>
    <dgm:pt modelId="{1C5B1662-7FF4-467F-8E1B-CF309FB1C02C}" type="parTrans" cxnId="{BF6EAAC5-752E-4478-AE80-A7193A2AB2F9}">
      <dgm:prSet/>
      <dgm:spPr/>
      <dgm:t>
        <a:bodyPr/>
        <a:lstStyle/>
        <a:p>
          <a:endParaRPr lang="en-US"/>
        </a:p>
      </dgm:t>
    </dgm:pt>
    <dgm:pt modelId="{782F20D0-6AA9-4151-A65F-DC7F7BCF9796}" type="sibTrans" cxnId="{BF6EAAC5-752E-4478-AE80-A7193A2AB2F9}">
      <dgm:prSet/>
      <dgm:spPr/>
      <dgm:t>
        <a:bodyPr/>
        <a:lstStyle/>
        <a:p>
          <a:endParaRPr lang="en-US"/>
        </a:p>
      </dgm:t>
    </dgm:pt>
    <dgm:pt modelId="{06F2FB9A-1016-4E0C-90AE-865E26014295}" type="pres">
      <dgm:prSet presAssocID="{96F7BEE8-29B2-4DF6-934B-666987DEB268}" presName="vert0" presStyleCnt="0">
        <dgm:presLayoutVars>
          <dgm:dir/>
          <dgm:animOne val="branch"/>
          <dgm:animLvl val="lvl"/>
        </dgm:presLayoutVars>
      </dgm:prSet>
      <dgm:spPr/>
    </dgm:pt>
    <dgm:pt modelId="{71310DF6-4577-408A-9592-87CBBF6D4B56}" type="pres">
      <dgm:prSet presAssocID="{3B57B70E-9C4C-4E7E-9613-05021A177EB3}" presName="thickLine" presStyleLbl="alignNode1" presStyleIdx="0" presStyleCnt="7"/>
      <dgm:spPr/>
    </dgm:pt>
    <dgm:pt modelId="{09D5B78C-ED09-4EF4-BE55-B3B1DD8F5F4C}" type="pres">
      <dgm:prSet presAssocID="{3B57B70E-9C4C-4E7E-9613-05021A177EB3}" presName="horz1" presStyleCnt="0"/>
      <dgm:spPr/>
    </dgm:pt>
    <dgm:pt modelId="{60647AB8-809A-4527-A551-BFA93F54B43C}" type="pres">
      <dgm:prSet presAssocID="{3B57B70E-9C4C-4E7E-9613-05021A177EB3}" presName="tx1" presStyleLbl="revTx" presStyleIdx="0" presStyleCnt="7"/>
      <dgm:spPr/>
    </dgm:pt>
    <dgm:pt modelId="{2EE61294-CC84-4E63-9113-D345F38B5F27}" type="pres">
      <dgm:prSet presAssocID="{3B57B70E-9C4C-4E7E-9613-05021A177EB3}" presName="vert1" presStyleCnt="0"/>
      <dgm:spPr/>
    </dgm:pt>
    <dgm:pt modelId="{8D7B1858-1BE1-4D93-BEC6-98B0EA977B5E}" type="pres">
      <dgm:prSet presAssocID="{76BB8BF0-7638-42BD-8E6F-B73927A9EB02}" presName="thickLine" presStyleLbl="alignNode1" presStyleIdx="1" presStyleCnt="7"/>
      <dgm:spPr/>
    </dgm:pt>
    <dgm:pt modelId="{2C73D26F-062A-43CC-BFA3-5219FC43FF28}" type="pres">
      <dgm:prSet presAssocID="{76BB8BF0-7638-42BD-8E6F-B73927A9EB02}" presName="horz1" presStyleCnt="0"/>
      <dgm:spPr/>
    </dgm:pt>
    <dgm:pt modelId="{7A916706-4E88-4A37-88D5-E7CA63820114}" type="pres">
      <dgm:prSet presAssocID="{76BB8BF0-7638-42BD-8E6F-B73927A9EB02}" presName="tx1" presStyleLbl="revTx" presStyleIdx="1" presStyleCnt="7"/>
      <dgm:spPr/>
    </dgm:pt>
    <dgm:pt modelId="{62A98450-10E1-46CD-BA47-966F303E2C0D}" type="pres">
      <dgm:prSet presAssocID="{76BB8BF0-7638-42BD-8E6F-B73927A9EB02}" presName="vert1" presStyleCnt="0"/>
      <dgm:spPr/>
    </dgm:pt>
    <dgm:pt modelId="{43A7AD9F-F419-46D2-B13D-079CE72FBCD8}" type="pres">
      <dgm:prSet presAssocID="{D3E7F0BF-49A1-4518-89A9-30816F341182}" presName="thickLine" presStyleLbl="alignNode1" presStyleIdx="2" presStyleCnt="7"/>
      <dgm:spPr/>
    </dgm:pt>
    <dgm:pt modelId="{E36706FA-E4FE-4F96-86EC-94129F2A275F}" type="pres">
      <dgm:prSet presAssocID="{D3E7F0BF-49A1-4518-89A9-30816F341182}" presName="horz1" presStyleCnt="0"/>
      <dgm:spPr/>
    </dgm:pt>
    <dgm:pt modelId="{16335FDD-C06F-4393-AFEE-A935A88CFFB8}" type="pres">
      <dgm:prSet presAssocID="{D3E7F0BF-49A1-4518-89A9-30816F341182}" presName="tx1" presStyleLbl="revTx" presStyleIdx="2" presStyleCnt="7"/>
      <dgm:spPr/>
    </dgm:pt>
    <dgm:pt modelId="{3E52F8E8-1C18-48FD-A834-ADA29FB27D0C}" type="pres">
      <dgm:prSet presAssocID="{D3E7F0BF-49A1-4518-89A9-30816F341182}" presName="vert1" presStyleCnt="0"/>
      <dgm:spPr/>
    </dgm:pt>
    <dgm:pt modelId="{23CE7E00-AA6C-4998-9934-DF3C3D0CA3C6}" type="pres">
      <dgm:prSet presAssocID="{6055B4ED-C30F-4549-BFCB-091A6F66D3A8}" presName="thickLine" presStyleLbl="alignNode1" presStyleIdx="3" presStyleCnt="7"/>
      <dgm:spPr/>
    </dgm:pt>
    <dgm:pt modelId="{850AAAD0-E190-4BF2-B589-7C59A03BC30D}" type="pres">
      <dgm:prSet presAssocID="{6055B4ED-C30F-4549-BFCB-091A6F66D3A8}" presName="horz1" presStyleCnt="0"/>
      <dgm:spPr/>
    </dgm:pt>
    <dgm:pt modelId="{59E7AD3A-66B0-4479-9C4E-4B189125BE46}" type="pres">
      <dgm:prSet presAssocID="{6055B4ED-C30F-4549-BFCB-091A6F66D3A8}" presName="tx1" presStyleLbl="revTx" presStyleIdx="3" presStyleCnt="7"/>
      <dgm:spPr/>
    </dgm:pt>
    <dgm:pt modelId="{AAC224ED-F711-4327-AAAF-9F8FC74673D6}" type="pres">
      <dgm:prSet presAssocID="{6055B4ED-C30F-4549-BFCB-091A6F66D3A8}" presName="vert1" presStyleCnt="0"/>
      <dgm:spPr/>
    </dgm:pt>
    <dgm:pt modelId="{4FDC5E05-56EA-48A3-998F-34BC7C8FC984}" type="pres">
      <dgm:prSet presAssocID="{95395F12-487C-4745-B6B3-CA5A8B3E51C6}" presName="thickLine" presStyleLbl="alignNode1" presStyleIdx="4" presStyleCnt="7"/>
      <dgm:spPr/>
    </dgm:pt>
    <dgm:pt modelId="{251364D4-F722-46B7-B5CC-40C633BBEC7C}" type="pres">
      <dgm:prSet presAssocID="{95395F12-487C-4745-B6B3-CA5A8B3E51C6}" presName="horz1" presStyleCnt="0"/>
      <dgm:spPr/>
    </dgm:pt>
    <dgm:pt modelId="{09894015-B209-498D-83B1-1F536BC4049B}" type="pres">
      <dgm:prSet presAssocID="{95395F12-487C-4745-B6B3-CA5A8B3E51C6}" presName="tx1" presStyleLbl="revTx" presStyleIdx="4" presStyleCnt="7"/>
      <dgm:spPr/>
    </dgm:pt>
    <dgm:pt modelId="{974118EC-8336-4475-A2A6-93370949FA26}" type="pres">
      <dgm:prSet presAssocID="{95395F12-487C-4745-B6B3-CA5A8B3E51C6}" presName="vert1" presStyleCnt="0"/>
      <dgm:spPr/>
    </dgm:pt>
    <dgm:pt modelId="{F9BB2CA6-F60B-424F-81E3-9598470E0477}" type="pres">
      <dgm:prSet presAssocID="{FFC61F4A-B00B-46DA-8CBF-64A1879FB355}" presName="thickLine" presStyleLbl="alignNode1" presStyleIdx="5" presStyleCnt="7"/>
      <dgm:spPr/>
    </dgm:pt>
    <dgm:pt modelId="{7DD4CDC7-77DD-4D4E-8946-3F87A3721B6E}" type="pres">
      <dgm:prSet presAssocID="{FFC61F4A-B00B-46DA-8CBF-64A1879FB355}" presName="horz1" presStyleCnt="0"/>
      <dgm:spPr/>
    </dgm:pt>
    <dgm:pt modelId="{887A795A-1EC4-43DE-AA64-C7C80BFB1D14}" type="pres">
      <dgm:prSet presAssocID="{FFC61F4A-B00B-46DA-8CBF-64A1879FB355}" presName="tx1" presStyleLbl="revTx" presStyleIdx="5" presStyleCnt="7"/>
      <dgm:spPr/>
    </dgm:pt>
    <dgm:pt modelId="{76ABD80C-BA89-4FE0-ABA6-F89054AA017C}" type="pres">
      <dgm:prSet presAssocID="{FFC61F4A-B00B-46DA-8CBF-64A1879FB355}" presName="vert1" presStyleCnt="0"/>
      <dgm:spPr/>
    </dgm:pt>
    <dgm:pt modelId="{6E2DA852-A727-44E9-AE42-FFE3320390CB}" type="pres">
      <dgm:prSet presAssocID="{2899D4E3-3CAD-46B2-9581-CF9697022546}" presName="thickLine" presStyleLbl="alignNode1" presStyleIdx="6" presStyleCnt="7"/>
      <dgm:spPr/>
    </dgm:pt>
    <dgm:pt modelId="{7CA1CBF5-836E-4378-9E8A-012C25DCC774}" type="pres">
      <dgm:prSet presAssocID="{2899D4E3-3CAD-46B2-9581-CF9697022546}" presName="horz1" presStyleCnt="0"/>
      <dgm:spPr/>
    </dgm:pt>
    <dgm:pt modelId="{8A8AB5AE-2653-4C43-A369-0E2095D08EE7}" type="pres">
      <dgm:prSet presAssocID="{2899D4E3-3CAD-46B2-9581-CF9697022546}" presName="tx1" presStyleLbl="revTx" presStyleIdx="6" presStyleCnt="7"/>
      <dgm:spPr/>
    </dgm:pt>
    <dgm:pt modelId="{7631E14C-E645-4F5E-91E4-9374B47B7934}" type="pres">
      <dgm:prSet presAssocID="{2899D4E3-3CAD-46B2-9581-CF9697022546}" presName="vert1" presStyleCnt="0"/>
      <dgm:spPr/>
    </dgm:pt>
  </dgm:ptLst>
  <dgm:cxnLst>
    <dgm:cxn modelId="{1778C502-3601-4FAB-AA7C-A6AA1F9408B1}" type="presOf" srcId="{2899D4E3-3CAD-46B2-9581-CF9697022546}" destId="{8A8AB5AE-2653-4C43-A369-0E2095D08EE7}" srcOrd="0" destOrd="0" presId="urn:microsoft.com/office/officeart/2008/layout/LinedList"/>
    <dgm:cxn modelId="{AAA9063D-4ECA-414A-95E0-C3C0F1A473F2}" srcId="{96F7BEE8-29B2-4DF6-934B-666987DEB268}" destId="{D3E7F0BF-49A1-4518-89A9-30816F341182}" srcOrd="2" destOrd="0" parTransId="{C619D95B-AF87-444F-9FE9-9AB1C51BB99B}" sibTransId="{156D45E4-D58A-4CD1-829F-2DF6B3AB2980}"/>
    <dgm:cxn modelId="{3262E145-4C0F-4226-AD93-615E07B4B341}" srcId="{96F7BEE8-29B2-4DF6-934B-666987DEB268}" destId="{FFC61F4A-B00B-46DA-8CBF-64A1879FB355}" srcOrd="5" destOrd="0" parTransId="{496B552B-0655-44D7-AD3F-731D190F9F9D}" sibTransId="{97DA99C0-85EC-42BF-B91A-91A3DE9699AE}"/>
    <dgm:cxn modelId="{9D3F2F69-D7F0-42C1-9C9A-72E40963F852}" type="presOf" srcId="{D3E7F0BF-49A1-4518-89A9-30816F341182}" destId="{16335FDD-C06F-4393-AFEE-A935A88CFFB8}" srcOrd="0" destOrd="0" presId="urn:microsoft.com/office/officeart/2008/layout/LinedList"/>
    <dgm:cxn modelId="{8634E76F-58C7-4062-BF91-9F8BBA87A5AF}" type="presOf" srcId="{6055B4ED-C30F-4549-BFCB-091A6F66D3A8}" destId="{59E7AD3A-66B0-4479-9C4E-4B189125BE46}" srcOrd="0" destOrd="0" presId="urn:microsoft.com/office/officeart/2008/layout/LinedList"/>
    <dgm:cxn modelId="{6E23B07C-BCB2-4365-B80F-A278003CF300}" type="presOf" srcId="{95395F12-487C-4745-B6B3-CA5A8B3E51C6}" destId="{09894015-B209-498D-83B1-1F536BC4049B}" srcOrd="0" destOrd="0" presId="urn:microsoft.com/office/officeart/2008/layout/LinedList"/>
    <dgm:cxn modelId="{60194E8C-1CB1-4AFB-9BBC-B2ACD2774F3A}" srcId="{96F7BEE8-29B2-4DF6-934B-666987DEB268}" destId="{3B57B70E-9C4C-4E7E-9613-05021A177EB3}" srcOrd="0" destOrd="0" parTransId="{51EA5FDF-2601-4EF5-BAB1-71E06732EAB8}" sibTransId="{97D4128F-1D4A-4259-8947-82A6B4894ED2}"/>
    <dgm:cxn modelId="{9F74CD8D-92EF-45C6-94BB-0E15A6FF9867}" srcId="{96F7BEE8-29B2-4DF6-934B-666987DEB268}" destId="{6055B4ED-C30F-4549-BFCB-091A6F66D3A8}" srcOrd="3" destOrd="0" parTransId="{74656000-C26F-4DDF-B14E-DE92150B4669}" sibTransId="{BF483E69-9E7F-429B-B5D0-DC6E3BE1DC6D}"/>
    <dgm:cxn modelId="{7359968F-A209-4BB3-9BF9-C85E9354ED8E}" type="presOf" srcId="{3B57B70E-9C4C-4E7E-9613-05021A177EB3}" destId="{60647AB8-809A-4527-A551-BFA93F54B43C}" srcOrd="0" destOrd="0" presId="urn:microsoft.com/office/officeart/2008/layout/LinedList"/>
    <dgm:cxn modelId="{B5F826A2-237C-4FCE-9CD6-0B6661BDDBE5}" type="presOf" srcId="{FFC61F4A-B00B-46DA-8CBF-64A1879FB355}" destId="{887A795A-1EC4-43DE-AA64-C7C80BFB1D14}" srcOrd="0" destOrd="0" presId="urn:microsoft.com/office/officeart/2008/layout/LinedList"/>
    <dgm:cxn modelId="{DB504EA5-7C8B-4568-8EAC-895872285F58}" srcId="{96F7BEE8-29B2-4DF6-934B-666987DEB268}" destId="{76BB8BF0-7638-42BD-8E6F-B73927A9EB02}" srcOrd="1" destOrd="0" parTransId="{56EAC38C-111A-4DC9-BFC3-399A616CF0B1}" sibTransId="{D5B502D7-558D-487F-873F-F2ABCFAA7286}"/>
    <dgm:cxn modelId="{368117C4-AEC9-4D6F-89DA-4D965BDF9EBA}" type="presOf" srcId="{96F7BEE8-29B2-4DF6-934B-666987DEB268}" destId="{06F2FB9A-1016-4E0C-90AE-865E26014295}" srcOrd="0" destOrd="0" presId="urn:microsoft.com/office/officeart/2008/layout/LinedList"/>
    <dgm:cxn modelId="{BF6EAAC5-752E-4478-AE80-A7193A2AB2F9}" srcId="{96F7BEE8-29B2-4DF6-934B-666987DEB268}" destId="{2899D4E3-3CAD-46B2-9581-CF9697022546}" srcOrd="6" destOrd="0" parTransId="{1C5B1662-7FF4-467F-8E1B-CF309FB1C02C}" sibTransId="{782F20D0-6AA9-4151-A65F-DC7F7BCF9796}"/>
    <dgm:cxn modelId="{8E8461C8-8B39-46A9-BFB7-148F19B6F3A0}" type="presOf" srcId="{76BB8BF0-7638-42BD-8E6F-B73927A9EB02}" destId="{7A916706-4E88-4A37-88D5-E7CA63820114}" srcOrd="0" destOrd="0" presId="urn:microsoft.com/office/officeart/2008/layout/LinedList"/>
    <dgm:cxn modelId="{5A02A8FF-D2E4-4FE9-91FB-EF64EA4EEE3D}" srcId="{96F7BEE8-29B2-4DF6-934B-666987DEB268}" destId="{95395F12-487C-4745-B6B3-CA5A8B3E51C6}" srcOrd="4" destOrd="0" parTransId="{7C7AE26A-7348-41FB-8A30-710E1742AEDE}" sibTransId="{CA0A6F93-36C9-424F-8F13-1BF0B9B0522D}"/>
    <dgm:cxn modelId="{E1F1D50D-8F44-4F68-9966-725FFFAC1FC6}" type="presParOf" srcId="{06F2FB9A-1016-4E0C-90AE-865E26014295}" destId="{71310DF6-4577-408A-9592-87CBBF6D4B56}" srcOrd="0" destOrd="0" presId="urn:microsoft.com/office/officeart/2008/layout/LinedList"/>
    <dgm:cxn modelId="{53562C36-EAF3-4CFB-B981-2346EABAFFF0}" type="presParOf" srcId="{06F2FB9A-1016-4E0C-90AE-865E26014295}" destId="{09D5B78C-ED09-4EF4-BE55-B3B1DD8F5F4C}" srcOrd="1" destOrd="0" presId="urn:microsoft.com/office/officeart/2008/layout/LinedList"/>
    <dgm:cxn modelId="{671E204F-A890-445E-94B8-55B9231A0852}" type="presParOf" srcId="{09D5B78C-ED09-4EF4-BE55-B3B1DD8F5F4C}" destId="{60647AB8-809A-4527-A551-BFA93F54B43C}" srcOrd="0" destOrd="0" presId="urn:microsoft.com/office/officeart/2008/layout/LinedList"/>
    <dgm:cxn modelId="{6FED7DDD-83F9-4E2F-B954-B3CCD3859590}" type="presParOf" srcId="{09D5B78C-ED09-4EF4-BE55-B3B1DD8F5F4C}" destId="{2EE61294-CC84-4E63-9113-D345F38B5F27}" srcOrd="1" destOrd="0" presId="urn:microsoft.com/office/officeart/2008/layout/LinedList"/>
    <dgm:cxn modelId="{F8C07724-AA33-4B77-A922-698D5D5F9582}" type="presParOf" srcId="{06F2FB9A-1016-4E0C-90AE-865E26014295}" destId="{8D7B1858-1BE1-4D93-BEC6-98B0EA977B5E}" srcOrd="2" destOrd="0" presId="urn:microsoft.com/office/officeart/2008/layout/LinedList"/>
    <dgm:cxn modelId="{1A2AC29C-D054-4A0B-BDF3-BBFC25FC2484}" type="presParOf" srcId="{06F2FB9A-1016-4E0C-90AE-865E26014295}" destId="{2C73D26F-062A-43CC-BFA3-5219FC43FF28}" srcOrd="3" destOrd="0" presId="urn:microsoft.com/office/officeart/2008/layout/LinedList"/>
    <dgm:cxn modelId="{274C1AC8-869B-4012-952E-BE0F07AC278B}" type="presParOf" srcId="{2C73D26F-062A-43CC-BFA3-5219FC43FF28}" destId="{7A916706-4E88-4A37-88D5-E7CA63820114}" srcOrd="0" destOrd="0" presId="urn:microsoft.com/office/officeart/2008/layout/LinedList"/>
    <dgm:cxn modelId="{E743B495-AABB-43BE-AF23-21E01523F171}" type="presParOf" srcId="{2C73D26F-062A-43CC-BFA3-5219FC43FF28}" destId="{62A98450-10E1-46CD-BA47-966F303E2C0D}" srcOrd="1" destOrd="0" presId="urn:microsoft.com/office/officeart/2008/layout/LinedList"/>
    <dgm:cxn modelId="{6B0FC8B4-0FEA-45A5-AA04-8FEB0FB0A60E}" type="presParOf" srcId="{06F2FB9A-1016-4E0C-90AE-865E26014295}" destId="{43A7AD9F-F419-46D2-B13D-079CE72FBCD8}" srcOrd="4" destOrd="0" presId="urn:microsoft.com/office/officeart/2008/layout/LinedList"/>
    <dgm:cxn modelId="{EF581BB2-F579-467F-939C-AE3300F08041}" type="presParOf" srcId="{06F2FB9A-1016-4E0C-90AE-865E26014295}" destId="{E36706FA-E4FE-4F96-86EC-94129F2A275F}" srcOrd="5" destOrd="0" presId="urn:microsoft.com/office/officeart/2008/layout/LinedList"/>
    <dgm:cxn modelId="{7B99BE07-A5B0-415A-950E-B52D2399B7C7}" type="presParOf" srcId="{E36706FA-E4FE-4F96-86EC-94129F2A275F}" destId="{16335FDD-C06F-4393-AFEE-A935A88CFFB8}" srcOrd="0" destOrd="0" presId="urn:microsoft.com/office/officeart/2008/layout/LinedList"/>
    <dgm:cxn modelId="{8779EA6E-9BEC-435E-886F-EDE7BE8E957F}" type="presParOf" srcId="{E36706FA-E4FE-4F96-86EC-94129F2A275F}" destId="{3E52F8E8-1C18-48FD-A834-ADA29FB27D0C}" srcOrd="1" destOrd="0" presId="urn:microsoft.com/office/officeart/2008/layout/LinedList"/>
    <dgm:cxn modelId="{6BEF3EB3-1BA0-49CB-A252-7A157297AEE7}" type="presParOf" srcId="{06F2FB9A-1016-4E0C-90AE-865E26014295}" destId="{23CE7E00-AA6C-4998-9934-DF3C3D0CA3C6}" srcOrd="6" destOrd="0" presId="urn:microsoft.com/office/officeart/2008/layout/LinedList"/>
    <dgm:cxn modelId="{49AEB104-AB25-4B7B-9953-58463FB4C727}" type="presParOf" srcId="{06F2FB9A-1016-4E0C-90AE-865E26014295}" destId="{850AAAD0-E190-4BF2-B589-7C59A03BC30D}" srcOrd="7" destOrd="0" presId="urn:microsoft.com/office/officeart/2008/layout/LinedList"/>
    <dgm:cxn modelId="{28A3D0F4-D7D7-4626-86E5-B63D1E270954}" type="presParOf" srcId="{850AAAD0-E190-4BF2-B589-7C59A03BC30D}" destId="{59E7AD3A-66B0-4479-9C4E-4B189125BE46}" srcOrd="0" destOrd="0" presId="urn:microsoft.com/office/officeart/2008/layout/LinedList"/>
    <dgm:cxn modelId="{B9CE0291-EA4A-4F06-A82B-2DA74A07C3BC}" type="presParOf" srcId="{850AAAD0-E190-4BF2-B589-7C59A03BC30D}" destId="{AAC224ED-F711-4327-AAAF-9F8FC74673D6}" srcOrd="1" destOrd="0" presId="urn:microsoft.com/office/officeart/2008/layout/LinedList"/>
    <dgm:cxn modelId="{BA164FEB-4CF9-4684-9742-FA5B3A150D48}" type="presParOf" srcId="{06F2FB9A-1016-4E0C-90AE-865E26014295}" destId="{4FDC5E05-56EA-48A3-998F-34BC7C8FC984}" srcOrd="8" destOrd="0" presId="urn:microsoft.com/office/officeart/2008/layout/LinedList"/>
    <dgm:cxn modelId="{FBB302AB-04F6-4A4B-BA37-D9854BE412DE}" type="presParOf" srcId="{06F2FB9A-1016-4E0C-90AE-865E26014295}" destId="{251364D4-F722-46B7-B5CC-40C633BBEC7C}" srcOrd="9" destOrd="0" presId="urn:microsoft.com/office/officeart/2008/layout/LinedList"/>
    <dgm:cxn modelId="{5AF38EA5-F71D-4978-95AC-DE6D39751325}" type="presParOf" srcId="{251364D4-F722-46B7-B5CC-40C633BBEC7C}" destId="{09894015-B209-498D-83B1-1F536BC4049B}" srcOrd="0" destOrd="0" presId="urn:microsoft.com/office/officeart/2008/layout/LinedList"/>
    <dgm:cxn modelId="{D7F24749-E8C2-4E43-9133-DD596D6749B4}" type="presParOf" srcId="{251364D4-F722-46B7-B5CC-40C633BBEC7C}" destId="{974118EC-8336-4475-A2A6-93370949FA26}" srcOrd="1" destOrd="0" presId="urn:microsoft.com/office/officeart/2008/layout/LinedList"/>
    <dgm:cxn modelId="{4BD5B195-F566-44C6-BC65-8DFB88AF70D7}" type="presParOf" srcId="{06F2FB9A-1016-4E0C-90AE-865E26014295}" destId="{F9BB2CA6-F60B-424F-81E3-9598470E0477}" srcOrd="10" destOrd="0" presId="urn:microsoft.com/office/officeart/2008/layout/LinedList"/>
    <dgm:cxn modelId="{9352AA2B-7F4D-4FF4-9BCA-13A7667663DE}" type="presParOf" srcId="{06F2FB9A-1016-4E0C-90AE-865E26014295}" destId="{7DD4CDC7-77DD-4D4E-8946-3F87A3721B6E}" srcOrd="11" destOrd="0" presId="urn:microsoft.com/office/officeart/2008/layout/LinedList"/>
    <dgm:cxn modelId="{87C87B94-AB27-4D67-8C85-F5ECF2FB51E6}" type="presParOf" srcId="{7DD4CDC7-77DD-4D4E-8946-3F87A3721B6E}" destId="{887A795A-1EC4-43DE-AA64-C7C80BFB1D14}" srcOrd="0" destOrd="0" presId="urn:microsoft.com/office/officeart/2008/layout/LinedList"/>
    <dgm:cxn modelId="{BE0B16F1-68E8-457D-9B8F-06CF07D4347C}" type="presParOf" srcId="{7DD4CDC7-77DD-4D4E-8946-3F87A3721B6E}" destId="{76ABD80C-BA89-4FE0-ABA6-F89054AA017C}" srcOrd="1" destOrd="0" presId="urn:microsoft.com/office/officeart/2008/layout/LinedList"/>
    <dgm:cxn modelId="{22B21FAB-3190-4A8E-B80A-D31473CBF1B3}" type="presParOf" srcId="{06F2FB9A-1016-4E0C-90AE-865E26014295}" destId="{6E2DA852-A727-44E9-AE42-FFE3320390CB}" srcOrd="12" destOrd="0" presId="urn:microsoft.com/office/officeart/2008/layout/LinedList"/>
    <dgm:cxn modelId="{F57A484D-7935-4132-8876-458E1FADED6D}" type="presParOf" srcId="{06F2FB9A-1016-4E0C-90AE-865E26014295}" destId="{7CA1CBF5-836E-4378-9E8A-012C25DCC774}" srcOrd="13" destOrd="0" presId="urn:microsoft.com/office/officeart/2008/layout/LinedList"/>
    <dgm:cxn modelId="{82E185C5-5919-41C6-B1D1-198C55F221DC}" type="presParOf" srcId="{7CA1CBF5-836E-4378-9E8A-012C25DCC774}" destId="{8A8AB5AE-2653-4C43-A369-0E2095D08EE7}" srcOrd="0" destOrd="0" presId="urn:microsoft.com/office/officeart/2008/layout/LinedList"/>
    <dgm:cxn modelId="{FA7B1A63-3774-4C92-B581-690E199700AF}" type="presParOf" srcId="{7CA1CBF5-836E-4378-9E8A-012C25DCC774}" destId="{7631E14C-E645-4F5E-91E4-9374B47B79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CADE927-6A93-4BFE-A8B7-100E7EDB3240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8E34A4-7462-41CF-A24D-2B5FF11D61C7}">
      <dgm:prSet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r>
            <a:rPr lang="es-ES" dirty="0"/>
            <a:t>Actualizar defensas y procesos</a:t>
          </a:r>
          <a:endParaRPr lang="en-US" dirty="0"/>
        </a:p>
      </dgm:t>
    </dgm:pt>
    <dgm:pt modelId="{D373E61C-21B3-4C0E-977E-E13A0D2AABCD}" type="parTrans" cxnId="{D74C2BEF-BE9F-4D6D-A607-6427C590FD3C}">
      <dgm:prSet/>
      <dgm:spPr/>
      <dgm:t>
        <a:bodyPr/>
        <a:lstStyle/>
        <a:p>
          <a:endParaRPr lang="en-US"/>
        </a:p>
      </dgm:t>
    </dgm:pt>
    <dgm:pt modelId="{11B6364B-D16C-4C95-8A54-AB4B6F617908}" type="sibTrans" cxnId="{D74C2BEF-BE9F-4D6D-A607-6427C590FD3C}">
      <dgm:prSet/>
      <dgm:spPr>
        <a:solidFill>
          <a:schemeClr val="tx1">
            <a:lumMod val="65000"/>
            <a:lumOff val="35000"/>
          </a:schemeClr>
        </a:solidFill>
        <a:ln>
          <a:noFill/>
        </a:ln>
      </dgm:spPr>
      <dgm:t>
        <a:bodyPr/>
        <a:lstStyle/>
        <a:p>
          <a:endParaRPr lang="en-US" dirty="0"/>
        </a:p>
      </dgm:t>
    </dgm:pt>
    <dgm:pt modelId="{40CB85F5-74D7-413E-8096-5DD76F3BFBFA}">
      <dgm:prSet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r>
            <a:rPr lang="es-ES" dirty="0"/>
            <a:t>Evaluar sus capacidades</a:t>
          </a:r>
          <a:endParaRPr lang="en-US" dirty="0"/>
        </a:p>
      </dgm:t>
    </dgm:pt>
    <dgm:pt modelId="{003E1438-A750-4AFE-AF71-9CE2A9801BF0}" type="parTrans" cxnId="{0C3542E6-EC20-495C-91C2-32735AB1A3C4}">
      <dgm:prSet/>
      <dgm:spPr/>
      <dgm:t>
        <a:bodyPr/>
        <a:lstStyle/>
        <a:p>
          <a:endParaRPr lang="en-US"/>
        </a:p>
      </dgm:t>
    </dgm:pt>
    <dgm:pt modelId="{AD47166F-B320-4560-B35C-A2B9E9478CEC}" type="sibTrans" cxnId="{0C3542E6-EC20-495C-91C2-32735AB1A3C4}">
      <dgm:prSet/>
      <dgm:spPr>
        <a:solidFill>
          <a:schemeClr val="tx1">
            <a:lumMod val="65000"/>
            <a:lumOff val="35000"/>
          </a:schemeClr>
        </a:solidFill>
        <a:ln>
          <a:noFill/>
        </a:ln>
      </dgm:spPr>
      <dgm:t>
        <a:bodyPr/>
        <a:lstStyle/>
        <a:p>
          <a:endParaRPr lang="en-US"/>
        </a:p>
      </dgm:t>
    </dgm:pt>
    <dgm:pt modelId="{3A2C0BD8-D421-4276-91D0-E6B7728D3BA3}">
      <dgm:prSet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r>
            <a:rPr lang="es-ES" dirty="0"/>
            <a:t>Identificar posibles brechas</a:t>
          </a:r>
          <a:endParaRPr lang="en-US" dirty="0"/>
        </a:p>
      </dgm:t>
    </dgm:pt>
    <dgm:pt modelId="{F427DC91-36DF-424A-B344-8284E312663C}" type="parTrans" cxnId="{BCF04076-3724-4527-99BB-6E8A4D19BBB2}">
      <dgm:prSet/>
      <dgm:spPr/>
      <dgm:t>
        <a:bodyPr/>
        <a:lstStyle/>
        <a:p>
          <a:endParaRPr lang="en-US"/>
        </a:p>
      </dgm:t>
    </dgm:pt>
    <dgm:pt modelId="{AA45A165-E4DA-4441-BA72-D24BF94DFF14}" type="sibTrans" cxnId="{BCF04076-3724-4527-99BB-6E8A4D19BBB2}">
      <dgm:prSet/>
      <dgm:spPr>
        <a:solidFill>
          <a:schemeClr val="tx1">
            <a:lumMod val="65000"/>
            <a:lumOff val="35000"/>
          </a:schemeClr>
        </a:solidFill>
        <a:ln>
          <a:noFill/>
        </a:ln>
      </dgm:spPr>
      <dgm:t>
        <a:bodyPr/>
        <a:lstStyle/>
        <a:p>
          <a:endParaRPr lang="en-US"/>
        </a:p>
      </dgm:t>
    </dgm:pt>
    <dgm:pt modelId="{23A97A8F-47D7-4308-8CBD-822A07131D85}">
      <dgm:prSet/>
      <dgm:spPr>
        <a:noFill/>
        <a:ln>
          <a:noFill/>
        </a:ln>
      </dgm:spPr>
      <dgm:t>
        <a:bodyPr/>
        <a:lstStyle/>
        <a:p>
          <a:endParaRPr lang="es-ES" dirty="0"/>
        </a:p>
      </dgm:t>
    </dgm:pt>
    <dgm:pt modelId="{A8ECD928-7CA9-413E-90EA-C56D0F565770}" type="parTrans" cxnId="{A5174599-9C3D-4FE4-A588-DC436A4778F2}">
      <dgm:prSet/>
      <dgm:spPr/>
      <dgm:t>
        <a:bodyPr/>
        <a:lstStyle/>
        <a:p>
          <a:endParaRPr lang="es-ES"/>
        </a:p>
      </dgm:t>
    </dgm:pt>
    <dgm:pt modelId="{00222DDB-8C0E-4FE6-8583-61A8E551970D}" type="sibTrans" cxnId="{A5174599-9C3D-4FE4-A588-DC436A4778F2}">
      <dgm:prSet/>
      <dgm:spPr/>
      <dgm:t>
        <a:bodyPr/>
        <a:lstStyle/>
        <a:p>
          <a:endParaRPr lang="en-US"/>
        </a:p>
      </dgm:t>
    </dgm:pt>
    <dgm:pt modelId="{ACA4DD34-483B-477D-AD04-A5AA60ABC96F}" type="pres">
      <dgm:prSet presAssocID="{ECADE927-6A93-4BFE-A8B7-100E7EDB3240}" presName="diagram" presStyleCnt="0">
        <dgm:presLayoutVars>
          <dgm:dir/>
          <dgm:resizeHandles val="exact"/>
        </dgm:presLayoutVars>
      </dgm:prSet>
      <dgm:spPr/>
    </dgm:pt>
    <dgm:pt modelId="{676043F7-31FF-4B2B-A5DE-39AC52ABEC44}" type="pres">
      <dgm:prSet presAssocID="{EC8E34A4-7462-41CF-A24D-2B5FF11D61C7}" presName="node" presStyleLbl="node1" presStyleIdx="0" presStyleCnt="4" custLinFactNeighborX="-392" custLinFactNeighborY="3299">
        <dgm:presLayoutVars>
          <dgm:bulletEnabled val="1"/>
        </dgm:presLayoutVars>
      </dgm:prSet>
      <dgm:spPr/>
    </dgm:pt>
    <dgm:pt modelId="{385ED3BE-C143-41A6-BE57-E500ECA3A817}" type="pres">
      <dgm:prSet presAssocID="{11B6364B-D16C-4C95-8A54-AB4B6F617908}" presName="sibTrans" presStyleLbl="sibTrans2D1" presStyleIdx="0" presStyleCnt="3"/>
      <dgm:spPr/>
    </dgm:pt>
    <dgm:pt modelId="{1C486F41-E6AC-41A5-BF27-D4CC7B6EAFC1}" type="pres">
      <dgm:prSet presAssocID="{11B6364B-D16C-4C95-8A54-AB4B6F617908}" presName="connectorText" presStyleLbl="sibTrans2D1" presStyleIdx="0" presStyleCnt="3"/>
      <dgm:spPr/>
    </dgm:pt>
    <dgm:pt modelId="{2E8EE27C-4BA8-48FB-A14C-715ECB611ECD}" type="pres">
      <dgm:prSet presAssocID="{40CB85F5-74D7-413E-8096-5DD76F3BFBFA}" presName="node" presStyleLbl="node1" presStyleIdx="1" presStyleCnt="4" custLinFactNeighborX="3070" custLinFactNeighborY="3140">
        <dgm:presLayoutVars>
          <dgm:bulletEnabled val="1"/>
        </dgm:presLayoutVars>
      </dgm:prSet>
      <dgm:spPr/>
    </dgm:pt>
    <dgm:pt modelId="{A9050072-DB95-406B-A658-D41318CBE0E3}" type="pres">
      <dgm:prSet presAssocID="{AD47166F-B320-4560-B35C-A2B9E9478CEC}" presName="sibTrans" presStyleLbl="sibTrans2D1" presStyleIdx="1" presStyleCnt="3"/>
      <dgm:spPr/>
    </dgm:pt>
    <dgm:pt modelId="{2D5C5FAC-BED4-4EEB-9C6D-BA92C5B6E431}" type="pres">
      <dgm:prSet presAssocID="{AD47166F-B320-4560-B35C-A2B9E9478CEC}" presName="connectorText" presStyleLbl="sibTrans2D1" presStyleIdx="1" presStyleCnt="3"/>
      <dgm:spPr/>
    </dgm:pt>
    <dgm:pt modelId="{D4CDAB6F-09D7-40E9-B08B-63848AC5AAF9}" type="pres">
      <dgm:prSet presAssocID="{3A2C0BD8-D421-4276-91D0-E6B7728D3BA3}" presName="node" presStyleLbl="node1" presStyleIdx="2" presStyleCnt="4" custLinFactNeighborX="-70153" custLinFactNeighborY="-11404">
        <dgm:presLayoutVars>
          <dgm:bulletEnabled val="1"/>
        </dgm:presLayoutVars>
      </dgm:prSet>
      <dgm:spPr/>
    </dgm:pt>
    <dgm:pt modelId="{62606DE0-1836-4B2D-8D0B-C24C3EB2B1BC}" type="pres">
      <dgm:prSet presAssocID="{AA45A165-E4DA-4441-BA72-D24BF94DFF14}" presName="sibTrans" presStyleLbl="sibTrans2D1" presStyleIdx="2" presStyleCnt="3"/>
      <dgm:spPr/>
    </dgm:pt>
    <dgm:pt modelId="{8A265D19-5C95-475C-8918-75C0BD1A76FF}" type="pres">
      <dgm:prSet presAssocID="{AA45A165-E4DA-4441-BA72-D24BF94DFF14}" presName="connectorText" presStyleLbl="sibTrans2D1" presStyleIdx="2" presStyleCnt="3"/>
      <dgm:spPr/>
    </dgm:pt>
    <dgm:pt modelId="{DC09DEE4-E52E-43A4-A4A2-5FF2AEAE5F8D}" type="pres">
      <dgm:prSet presAssocID="{23A97A8F-47D7-4308-8CBD-822A07131D85}" presName="node" presStyleLbl="node1" presStyleIdx="3" presStyleCnt="4" custFlipHor="1" custScaleX="3022" custScaleY="3495" custLinFactY="-20382" custLinFactNeighborX="-21826" custLinFactNeighborY="-100000">
        <dgm:presLayoutVars>
          <dgm:bulletEnabled val="1"/>
        </dgm:presLayoutVars>
      </dgm:prSet>
      <dgm:spPr/>
    </dgm:pt>
  </dgm:ptLst>
  <dgm:cxnLst>
    <dgm:cxn modelId="{BE40C903-F2C1-4D7C-9D86-FF1E6565EEF0}" type="presOf" srcId="{3A2C0BD8-D421-4276-91D0-E6B7728D3BA3}" destId="{D4CDAB6F-09D7-40E9-B08B-63848AC5AAF9}" srcOrd="0" destOrd="0" presId="urn:microsoft.com/office/officeart/2005/8/layout/process5"/>
    <dgm:cxn modelId="{69A20712-8014-46C6-B21D-E645B5169371}" type="presOf" srcId="{EC8E34A4-7462-41CF-A24D-2B5FF11D61C7}" destId="{676043F7-31FF-4B2B-A5DE-39AC52ABEC44}" srcOrd="0" destOrd="0" presId="urn:microsoft.com/office/officeart/2005/8/layout/process5"/>
    <dgm:cxn modelId="{4224503F-2A4E-4244-B92E-C2F60CCBAA3E}" type="presOf" srcId="{AD47166F-B320-4560-B35C-A2B9E9478CEC}" destId="{A9050072-DB95-406B-A658-D41318CBE0E3}" srcOrd="0" destOrd="0" presId="urn:microsoft.com/office/officeart/2005/8/layout/process5"/>
    <dgm:cxn modelId="{593BEC5B-2B78-4612-BE54-855E0BBAAA46}" type="presOf" srcId="{ECADE927-6A93-4BFE-A8B7-100E7EDB3240}" destId="{ACA4DD34-483B-477D-AD04-A5AA60ABC96F}" srcOrd="0" destOrd="0" presId="urn:microsoft.com/office/officeart/2005/8/layout/process5"/>
    <dgm:cxn modelId="{1660C473-B97F-4DC4-9F35-1D76B24AAFF3}" type="presOf" srcId="{11B6364B-D16C-4C95-8A54-AB4B6F617908}" destId="{1C486F41-E6AC-41A5-BF27-D4CC7B6EAFC1}" srcOrd="1" destOrd="0" presId="urn:microsoft.com/office/officeart/2005/8/layout/process5"/>
    <dgm:cxn modelId="{BCF04076-3724-4527-99BB-6E8A4D19BBB2}" srcId="{ECADE927-6A93-4BFE-A8B7-100E7EDB3240}" destId="{3A2C0BD8-D421-4276-91D0-E6B7728D3BA3}" srcOrd="2" destOrd="0" parTransId="{F427DC91-36DF-424A-B344-8284E312663C}" sibTransId="{AA45A165-E4DA-4441-BA72-D24BF94DFF14}"/>
    <dgm:cxn modelId="{C54DF780-5B69-4849-B3A3-DF35E334D009}" type="presOf" srcId="{AA45A165-E4DA-4441-BA72-D24BF94DFF14}" destId="{8A265D19-5C95-475C-8918-75C0BD1A76FF}" srcOrd="1" destOrd="0" presId="urn:microsoft.com/office/officeart/2005/8/layout/process5"/>
    <dgm:cxn modelId="{493F4A82-6C2F-431E-848C-2BEB04F8106F}" type="presOf" srcId="{AA45A165-E4DA-4441-BA72-D24BF94DFF14}" destId="{62606DE0-1836-4B2D-8D0B-C24C3EB2B1BC}" srcOrd="0" destOrd="0" presId="urn:microsoft.com/office/officeart/2005/8/layout/process5"/>
    <dgm:cxn modelId="{A5174599-9C3D-4FE4-A588-DC436A4778F2}" srcId="{ECADE927-6A93-4BFE-A8B7-100E7EDB3240}" destId="{23A97A8F-47D7-4308-8CBD-822A07131D85}" srcOrd="3" destOrd="0" parTransId="{A8ECD928-7CA9-413E-90EA-C56D0F565770}" sibTransId="{00222DDB-8C0E-4FE6-8583-61A8E551970D}"/>
    <dgm:cxn modelId="{554548AA-1E0B-4CB5-A560-903390CE276D}" type="presOf" srcId="{11B6364B-D16C-4C95-8A54-AB4B6F617908}" destId="{385ED3BE-C143-41A6-BE57-E500ECA3A817}" srcOrd="0" destOrd="0" presId="urn:microsoft.com/office/officeart/2005/8/layout/process5"/>
    <dgm:cxn modelId="{9ACD9CAC-5F4E-4501-98D2-997CD5DF8007}" type="presOf" srcId="{AD47166F-B320-4560-B35C-A2B9E9478CEC}" destId="{2D5C5FAC-BED4-4EEB-9C6D-BA92C5B6E431}" srcOrd="1" destOrd="0" presId="urn:microsoft.com/office/officeart/2005/8/layout/process5"/>
    <dgm:cxn modelId="{6330BFD5-295B-4F21-93D2-2C85F873C9F7}" type="presOf" srcId="{23A97A8F-47D7-4308-8CBD-822A07131D85}" destId="{DC09DEE4-E52E-43A4-A4A2-5FF2AEAE5F8D}" srcOrd="0" destOrd="0" presId="urn:microsoft.com/office/officeart/2005/8/layout/process5"/>
    <dgm:cxn modelId="{0C3542E6-EC20-495C-91C2-32735AB1A3C4}" srcId="{ECADE927-6A93-4BFE-A8B7-100E7EDB3240}" destId="{40CB85F5-74D7-413E-8096-5DD76F3BFBFA}" srcOrd="1" destOrd="0" parTransId="{003E1438-A750-4AFE-AF71-9CE2A9801BF0}" sibTransId="{AD47166F-B320-4560-B35C-A2B9E9478CEC}"/>
    <dgm:cxn modelId="{180CD2E8-2616-4D9B-8991-A9353F9388C5}" type="presOf" srcId="{40CB85F5-74D7-413E-8096-5DD76F3BFBFA}" destId="{2E8EE27C-4BA8-48FB-A14C-715ECB611ECD}" srcOrd="0" destOrd="0" presId="urn:microsoft.com/office/officeart/2005/8/layout/process5"/>
    <dgm:cxn modelId="{D74C2BEF-BE9F-4D6D-A607-6427C590FD3C}" srcId="{ECADE927-6A93-4BFE-A8B7-100E7EDB3240}" destId="{EC8E34A4-7462-41CF-A24D-2B5FF11D61C7}" srcOrd="0" destOrd="0" parTransId="{D373E61C-21B3-4C0E-977E-E13A0D2AABCD}" sibTransId="{11B6364B-D16C-4C95-8A54-AB4B6F617908}"/>
    <dgm:cxn modelId="{9D1A3895-CEE2-4AAD-84AE-073B7683C93E}" type="presParOf" srcId="{ACA4DD34-483B-477D-AD04-A5AA60ABC96F}" destId="{676043F7-31FF-4B2B-A5DE-39AC52ABEC44}" srcOrd="0" destOrd="0" presId="urn:microsoft.com/office/officeart/2005/8/layout/process5"/>
    <dgm:cxn modelId="{B7B20265-5D41-45F4-9D63-5BE335207FA5}" type="presParOf" srcId="{ACA4DD34-483B-477D-AD04-A5AA60ABC96F}" destId="{385ED3BE-C143-41A6-BE57-E500ECA3A817}" srcOrd="1" destOrd="0" presId="urn:microsoft.com/office/officeart/2005/8/layout/process5"/>
    <dgm:cxn modelId="{AFA1BE3C-A6A2-4B6B-AA70-D5EA28845B78}" type="presParOf" srcId="{385ED3BE-C143-41A6-BE57-E500ECA3A817}" destId="{1C486F41-E6AC-41A5-BF27-D4CC7B6EAFC1}" srcOrd="0" destOrd="0" presId="urn:microsoft.com/office/officeart/2005/8/layout/process5"/>
    <dgm:cxn modelId="{2CDF5732-14DE-484B-9393-C8A233CA4818}" type="presParOf" srcId="{ACA4DD34-483B-477D-AD04-A5AA60ABC96F}" destId="{2E8EE27C-4BA8-48FB-A14C-715ECB611ECD}" srcOrd="2" destOrd="0" presId="urn:microsoft.com/office/officeart/2005/8/layout/process5"/>
    <dgm:cxn modelId="{EC8B2F50-53B9-4CC8-A3A5-6ED65713461D}" type="presParOf" srcId="{ACA4DD34-483B-477D-AD04-A5AA60ABC96F}" destId="{A9050072-DB95-406B-A658-D41318CBE0E3}" srcOrd="3" destOrd="0" presId="urn:microsoft.com/office/officeart/2005/8/layout/process5"/>
    <dgm:cxn modelId="{BFA5A917-7B89-4B4C-9B7B-B566FC60997F}" type="presParOf" srcId="{A9050072-DB95-406B-A658-D41318CBE0E3}" destId="{2D5C5FAC-BED4-4EEB-9C6D-BA92C5B6E431}" srcOrd="0" destOrd="0" presId="urn:microsoft.com/office/officeart/2005/8/layout/process5"/>
    <dgm:cxn modelId="{129A334B-68D0-49E5-AE83-F5AB43B42276}" type="presParOf" srcId="{ACA4DD34-483B-477D-AD04-A5AA60ABC96F}" destId="{D4CDAB6F-09D7-40E9-B08B-63848AC5AAF9}" srcOrd="4" destOrd="0" presId="urn:microsoft.com/office/officeart/2005/8/layout/process5"/>
    <dgm:cxn modelId="{8B9D5D62-A5A0-4917-A7DA-DCF1AD22E8EF}" type="presParOf" srcId="{ACA4DD34-483B-477D-AD04-A5AA60ABC96F}" destId="{62606DE0-1836-4B2D-8D0B-C24C3EB2B1BC}" srcOrd="5" destOrd="0" presId="urn:microsoft.com/office/officeart/2005/8/layout/process5"/>
    <dgm:cxn modelId="{20E66CFA-21B4-4465-96AA-CA1C7F729616}" type="presParOf" srcId="{62606DE0-1836-4B2D-8D0B-C24C3EB2B1BC}" destId="{8A265D19-5C95-475C-8918-75C0BD1A76FF}" srcOrd="0" destOrd="0" presId="urn:microsoft.com/office/officeart/2005/8/layout/process5"/>
    <dgm:cxn modelId="{D861D569-3960-43B6-9F5D-DA536199F226}" type="presParOf" srcId="{ACA4DD34-483B-477D-AD04-A5AA60ABC96F}" destId="{DC09DEE4-E52E-43A4-A4A2-5FF2AEAE5F8D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6F7BEE8-29B2-4DF6-934B-666987DEB268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57B70E-9C4C-4E7E-9613-05021A177EB3}">
      <dgm:prSet custT="1"/>
      <dgm:spPr/>
      <dgm:t>
        <a:bodyPr/>
        <a:lstStyle/>
        <a:p>
          <a:r>
            <a:rPr lang="es-ES" sz="1600" b="0" dirty="0"/>
            <a:t>1. Acceso</a:t>
          </a:r>
          <a:endParaRPr lang="en-US" sz="1600" b="0" dirty="0"/>
        </a:p>
      </dgm:t>
    </dgm:pt>
    <dgm:pt modelId="{51EA5FDF-2601-4EF5-BAB1-71E06732EAB8}" type="parTrans" cxnId="{60194E8C-1CB1-4AFB-9BBC-B2ACD2774F3A}">
      <dgm:prSet/>
      <dgm:spPr/>
      <dgm:t>
        <a:bodyPr/>
        <a:lstStyle/>
        <a:p>
          <a:endParaRPr lang="en-US" sz="1600" b="0"/>
        </a:p>
      </dgm:t>
    </dgm:pt>
    <dgm:pt modelId="{97D4128F-1D4A-4259-8947-82A6B4894ED2}" type="sibTrans" cxnId="{60194E8C-1CB1-4AFB-9BBC-B2ACD2774F3A}">
      <dgm:prSet/>
      <dgm:spPr/>
      <dgm:t>
        <a:bodyPr/>
        <a:lstStyle/>
        <a:p>
          <a:endParaRPr lang="en-US" sz="1600" b="0"/>
        </a:p>
      </dgm:t>
    </dgm:pt>
    <dgm:pt modelId="{78CC035F-57DD-4D64-8DC9-1C9F200F06DA}">
      <dgm:prSet custT="1"/>
      <dgm:spPr/>
      <dgm:t>
        <a:bodyPr/>
        <a:lstStyle/>
        <a:p>
          <a:r>
            <a:rPr lang="en-US" sz="1600" b="0" dirty="0"/>
            <a:t>2. Ejecución</a:t>
          </a:r>
        </a:p>
      </dgm:t>
    </dgm:pt>
    <dgm:pt modelId="{ED96E218-C002-4650-A80F-36AD4A2A66EA}" type="parTrans" cxnId="{B38D0C32-4D8D-4E7F-9421-D4C616E1B474}">
      <dgm:prSet/>
      <dgm:spPr/>
      <dgm:t>
        <a:bodyPr/>
        <a:lstStyle/>
        <a:p>
          <a:endParaRPr lang="es-ES" sz="1600" b="0"/>
        </a:p>
      </dgm:t>
    </dgm:pt>
    <dgm:pt modelId="{BC4FBB2A-29A9-4475-99FC-F8E9F6026F5B}" type="sibTrans" cxnId="{B38D0C32-4D8D-4E7F-9421-D4C616E1B474}">
      <dgm:prSet/>
      <dgm:spPr/>
      <dgm:t>
        <a:bodyPr/>
        <a:lstStyle/>
        <a:p>
          <a:endParaRPr lang="es-ES" sz="1600" b="0"/>
        </a:p>
      </dgm:t>
    </dgm:pt>
    <dgm:pt modelId="{C0783BFF-D43E-4F14-8266-B8724C0E9FAB}">
      <dgm:prSet custT="1"/>
      <dgm:spPr/>
      <dgm:t>
        <a:bodyPr/>
        <a:lstStyle/>
        <a:p>
          <a:r>
            <a:rPr lang="en-US" sz="1600" b="0" dirty="0"/>
            <a:t>3. </a:t>
          </a:r>
          <a:r>
            <a:rPr lang="en-US" sz="1600" b="0" dirty="0" err="1"/>
            <a:t>Persistencia</a:t>
          </a:r>
          <a:endParaRPr lang="en-US" sz="1600" b="0" dirty="0"/>
        </a:p>
      </dgm:t>
    </dgm:pt>
    <dgm:pt modelId="{22DD8029-37EC-4FFD-BEA6-2BCF5480A6A8}" type="parTrans" cxnId="{1F557C24-13B3-4D9A-B191-95DAF7F606C2}">
      <dgm:prSet/>
      <dgm:spPr/>
      <dgm:t>
        <a:bodyPr/>
        <a:lstStyle/>
        <a:p>
          <a:endParaRPr lang="es-ES" sz="1600" b="0"/>
        </a:p>
      </dgm:t>
    </dgm:pt>
    <dgm:pt modelId="{B5949FC4-1FF8-477E-90BC-18E639EC77B4}" type="sibTrans" cxnId="{1F557C24-13B3-4D9A-B191-95DAF7F606C2}">
      <dgm:prSet/>
      <dgm:spPr/>
      <dgm:t>
        <a:bodyPr/>
        <a:lstStyle/>
        <a:p>
          <a:endParaRPr lang="es-ES" sz="1600" b="0"/>
        </a:p>
      </dgm:t>
    </dgm:pt>
    <dgm:pt modelId="{654C1C08-0114-4FAB-A07D-3F314DAE67A4}">
      <dgm:prSet custT="1"/>
      <dgm:spPr/>
      <dgm:t>
        <a:bodyPr/>
        <a:lstStyle/>
        <a:p>
          <a:r>
            <a:rPr lang="en-US" sz="1600" b="0" dirty="0"/>
            <a:t>4. </a:t>
          </a:r>
          <a:r>
            <a:rPr lang="en-US" sz="1600" b="0" dirty="0" err="1"/>
            <a:t>Escalada</a:t>
          </a:r>
          <a:r>
            <a:rPr lang="en-US" sz="1600" b="0" dirty="0"/>
            <a:t> de </a:t>
          </a:r>
          <a:r>
            <a:rPr lang="en-US" sz="1600" b="0" dirty="0" err="1"/>
            <a:t>privilegios</a:t>
          </a:r>
          <a:endParaRPr lang="en-US" sz="1600" b="0" dirty="0"/>
        </a:p>
      </dgm:t>
    </dgm:pt>
    <dgm:pt modelId="{11D22B56-1AA7-422C-A24B-58A286254465}" type="parTrans" cxnId="{BA8AE00C-F435-46AA-A0BC-A9E43AD06B75}">
      <dgm:prSet/>
      <dgm:spPr/>
      <dgm:t>
        <a:bodyPr/>
        <a:lstStyle/>
        <a:p>
          <a:endParaRPr lang="es-ES" sz="1600" b="0"/>
        </a:p>
      </dgm:t>
    </dgm:pt>
    <dgm:pt modelId="{444A4A13-4957-463A-94D4-06B9431340F0}" type="sibTrans" cxnId="{BA8AE00C-F435-46AA-A0BC-A9E43AD06B75}">
      <dgm:prSet/>
      <dgm:spPr/>
      <dgm:t>
        <a:bodyPr/>
        <a:lstStyle/>
        <a:p>
          <a:endParaRPr lang="es-ES" sz="1600" b="0"/>
        </a:p>
      </dgm:t>
    </dgm:pt>
    <dgm:pt modelId="{1EDD4F0D-1FAA-4940-8B7F-4F3E791E14DB}">
      <dgm:prSet custT="1"/>
      <dgm:spPr/>
      <dgm:t>
        <a:bodyPr/>
        <a:lstStyle/>
        <a:p>
          <a:r>
            <a:rPr lang="en-US" sz="1600" b="0" dirty="0"/>
            <a:t>5. </a:t>
          </a:r>
          <a:r>
            <a:rPr lang="en-US" sz="1600" b="0" dirty="0" err="1"/>
            <a:t>Evasión</a:t>
          </a:r>
          <a:r>
            <a:rPr lang="en-US" sz="1600" b="0" dirty="0"/>
            <a:t> de </a:t>
          </a:r>
          <a:r>
            <a:rPr lang="en-US" sz="1600" b="0" dirty="0" err="1"/>
            <a:t>defensas</a:t>
          </a:r>
          <a:endParaRPr lang="en-US" sz="1600" b="0" dirty="0"/>
        </a:p>
      </dgm:t>
    </dgm:pt>
    <dgm:pt modelId="{75FCE928-C729-4DBA-B1D5-900DCF6C2C07}" type="parTrans" cxnId="{52B89719-CCD6-4C73-BE4F-4F60D3E5F529}">
      <dgm:prSet/>
      <dgm:spPr/>
      <dgm:t>
        <a:bodyPr/>
        <a:lstStyle/>
        <a:p>
          <a:endParaRPr lang="es-ES" sz="1600" b="0"/>
        </a:p>
      </dgm:t>
    </dgm:pt>
    <dgm:pt modelId="{135D99F5-8DCC-4FF3-BDC0-53B12BF106B4}" type="sibTrans" cxnId="{52B89719-CCD6-4C73-BE4F-4F60D3E5F529}">
      <dgm:prSet/>
      <dgm:spPr/>
      <dgm:t>
        <a:bodyPr/>
        <a:lstStyle/>
        <a:p>
          <a:endParaRPr lang="es-ES" sz="1600" b="0"/>
        </a:p>
      </dgm:t>
    </dgm:pt>
    <dgm:pt modelId="{67060003-CE09-4747-9B25-42C4FB3C9875}">
      <dgm:prSet custT="1"/>
      <dgm:spPr/>
      <dgm:t>
        <a:bodyPr/>
        <a:lstStyle/>
        <a:p>
          <a:r>
            <a:rPr lang="en-US" sz="1600" b="0" dirty="0"/>
            <a:t>6. </a:t>
          </a:r>
          <a:r>
            <a:rPr lang="en-US" sz="1600" b="0" dirty="0" err="1"/>
            <a:t>Acceso</a:t>
          </a:r>
          <a:r>
            <a:rPr lang="en-US" sz="1600" b="0" dirty="0"/>
            <a:t> a </a:t>
          </a:r>
          <a:r>
            <a:rPr lang="en-US" sz="1600" b="0" dirty="0" err="1"/>
            <a:t>credenciales</a:t>
          </a:r>
          <a:endParaRPr lang="en-US" sz="1600" b="0" dirty="0"/>
        </a:p>
      </dgm:t>
    </dgm:pt>
    <dgm:pt modelId="{BA6AFD20-9C5E-485A-B7EB-15AF5C662983}" type="parTrans" cxnId="{74007B36-8FF8-454E-81FB-08D6BE501D40}">
      <dgm:prSet/>
      <dgm:spPr/>
      <dgm:t>
        <a:bodyPr/>
        <a:lstStyle/>
        <a:p>
          <a:endParaRPr lang="es-ES" sz="1600" b="0"/>
        </a:p>
      </dgm:t>
    </dgm:pt>
    <dgm:pt modelId="{A230014F-BDA1-437E-973F-9C4170E8BC20}" type="sibTrans" cxnId="{74007B36-8FF8-454E-81FB-08D6BE501D40}">
      <dgm:prSet/>
      <dgm:spPr/>
      <dgm:t>
        <a:bodyPr/>
        <a:lstStyle/>
        <a:p>
          <a:endParaRPr lang="es-ES" sz="1600" b="0"/>
        </a:p>
      </dgm:t>
    </dgm:pt>
    <dgm:pt modelId="{7618592C-1CF5-4FF8-98D5-976ED3A6E585}">
      <dgm:prSet custT="1"/>
      <dgm:spPr/>
      <dgm:t>
        <a:bodyPr/>
        <a:lstStyle/>
        <a:p>
          <a:r>
            <a:rPr lang="en-US" sz="1600" b="0" dirty="0"/>
            <a:t>7. </a:t>
          </a:r>
          <a:r>
            <a:rPr lang="en-US" sz="1600" b="0" dirty="0" err="1"/>
            <a:t>Descubrimiento</a:t>
          </a:r>
          <a:endParaRPr lang="en-US" sz="1600" b="0" dirty="0"/>
        </a:p>
      </dgm:t>
    </dgm:pt>
    <dgm:pt modelId="{A8E7EED3-10E6-4D58-A897-1077A8A743BF}" type="parTrans" cxnId="{3132F2B5-40CC-4B9D-97C9-0EC726371431}">
      <dgm:prSet/>
      <dgm:spPr/>
      <dgm:t>
        <a:bodyPr/>
        <a:lstStyle/>
        <a:p>
          <a:endParaRPr lang="es-ES" sz="1600" b="0"/>
        </a:p>
      </dgm:t>
    </dgm:pt>
    <dgm:pt modelId="{BCC1BA83-A7DF-4BBB-9064-151DF8EAF0A3}" type="sibTrans" cxnId="{3132F2B5-40CC-4B9D-97C9-0EC726371431}">
      <dgm:prSet/>
      <dgm:spPr/>
      <dgm:t>
        <a:bodyPr/>
        <a:lstStyle/>
        <a:p>
          <a:endParaRPr lang="es-ES" sz="1600" b="0"/>
        </a:p>
      </dgm:t>
    </dgm:pt>
    <dgm:pt modelId="{CFBE791E-90E5-4D36-B019-A10030816DF1}">
      <dgm:prSet custT="1"/>
      <dgm:spPr/>
      <dgm:t>
        <a:bodyPr/>
        <a:lstStyle/>
        <a:p>
          <a:r>
            <a:rPr lang="en-US" sz="1600" b="0" dirty="0"/>
            <a:t>8. </a:t>
          </a:r>
          <a:r>
            <a:rPr lang="en-US" sz="1600" b="0" dirty="0" err="1"/>
            <a:t>Movimiento</a:t>
          </a:r>
          <a:r>
            <a:rPr lang="en-US" sz="1600" b="0" dirty="0"/>
            <a:t> lateral</a:t>
          </a:r>
        </a:p>
      </dgm:t>
    </dgm:pt>
    <dgm:pt modelId="{9A87F663-13BE-4EFC-8D71-80DD6EC5525F}" type="parTrans" cxnId="{43D8F0A9-DF3C-46C5-ACD3-CB9607E017FC}">
      <dgm:prSet/>
      <dgm:spPr/>
      <dgm:t>
        <a:bodyPr/>
        <a:lstStyle/>
        <a:p>
          <a:endParaRPr lang="es-ES" sz="1600" b="0"/>
        </a:p>
      </dgm:t>
    </dgm:pt>
    <dgm:pt modelId="{CA8147DA-5794-434E-9AFD-1780363E99FD}" type="sibTrans" cxnId="{43D8F0A9-DF3C-46C5-ACD3-CB9607E017FC}">
      <dgm:prSet/>
      <dgm:spPr/>
      <dgm:t>
        <a:bodyPr/>
        <a:lstStyle/>
        <a:p>
          <a:endParaRPr lang="es-ES" sz="1600" b="0"/>
        </a:p>
      </dgm:t>
    </dgm:pt>
    <dgm:pt modelId="{4D7E6CAC-4CF2-4870-B95D-C6678AA2B4B9}">
      <dgm:prSet custT="1"/>
      <dgm:spPr/>
      <dgm:t>
        <a:bodyPr/>
        <a:lstStyle/>
        <a:p>
          <a:r>
            <a:rPr lang="en-US" sz="1600" b="0" dirty="0"/>
            <a:t>9. </a:t>
          </a:r>
          <a:r>
            <a:rPr lang="en-US" sz="1600" b="0" dirty="0" err="1"/>
            <a:t>Recolección</a:t>
          </a:r>
          <a:r>
            <a:rPr lang="en-US" sz="1600" b="0" dirty="0"/>
            <a:t> y </a:t>
          </a:r>
          <a:r>
            <a:rPr lang="en-US" sz="1600" b="0" dirty="0" err="1"/>
            <a:t>exfiltración</a:t>
          </a:r>
          <a:endParaRPr lang="en-US" sz="1600" b="0" dirty="0"/>
        </a:p>
      </dgm:t>
    </dgm:pt>
    <dgm:pt modelId="{636AFE82-0AE9-421E-8F74-CFD370CF462D}" type="parTrans" cxnId="{0BC75E58-2BF7-46F2-9144-BA0ADDF85AA1}">
      <dgm:prSet/>
      <dgm:spPr/>
      <dgm:t>
        <a:bodyPr/>
        <a:lstStyle/>
        <a:p>
          <a:endParaRPr lang="es-ES" sz="1600" b="0"/>
        </a:p>
      </dgm:t>
    </dgm:pt>
    <dgm:pt modelId="{14E802D0-AB68-4058-8630-BC8EBA88D4EC}" type="sibTrans" cxnId="{0BC75E58-2BF7-46F2-9144-BA0ADDF85AA1}">
      <dgm:prSet/>
      <dgm:spPr/>
      <dgm:t>
        <a:bodyPr/>
        <a:lstStyle/>
        <a:p>
          <a:endParaRPr lang="es-ES" sz="1600" b="0"/>
        </a:p>
      </dgm:t>
    </dgm:pt>
    <dgm:pt modelId="{2365C4B1-F686-4495-9462-3F5D1B42CEC3}">
      <dgm:prSet custT="1"/>
      <dgm:spPr/>
      <dgm:t>
        <a:bodyPr/>
        <a:lstStyle/>
        <a:p>
          <a:r>
            <a:rPr lang="en-US" sz="1600" b="0" dirty="0"/>
            <a:t>10. </a:t>
          </a:r>
          <a:r>
            <a:rPr lang="en-US" sz="1600" b="0" dirty="0" err="1"/>
            <a:t>Comando</a:t>
          </a:r>
          <a:r>
            <a:rPr lang="en-US" sz="1600" b="0" dirty="0"/>
            <a:t> y Control</a:t>
          </a:r>
        </a:p>
      </dgm:t>
    </dgm:pt>
    <dgm:pt modelId="{5B90F09E-77BF-4F74-BE27-A7A6924FC2FA}" type="parTrans" cxnId="{CD7E204E-6DE0-4348-A990-1A38C96356DD}">
      <dgm:prSet/>
      <dgm:spPr/>
      <dgm:t>
        <a:bodyPr/>
        <a:lstStyle/>
        <a:p>
          <a:endParaRPr lang="es-ES" sz="1600" b="0"/>
        </a:p>
      </dgm:t>
    </dgm:pt>
    <dgm:pt modelId="{F3270241-0E5F-4C89-A11D-0B586CC02B03}" type="sibTrans" cxnId="{CD7E204E-6DE0-4348-A990-1A38C96356DD}">
      <dgm:prSet/>
      <dgm:spPr/>
      <dgm:t>
        <a:bodyPr/>
        <a:lstStyle/>
        <a:p>
          <a:endParaRPr lang="es-ES" sz="1600" b="0"/>
        </a:p>
      </dgm:t>
    </dgm:pt>
    <dgm:pt modelId="{6C20D28D-73E8-4664-B68F-2A7BD0A125B7}">
      <dgm:prSet custT="1"/>
      <dgm:spPr/>
      <dgm:t>
        <a:bodyPr/>
        <a:lstStyle/>
        <a:p>
          <a:pPr algn="ctr"/>
          <a:r>
            <a:rPr lang="en-US" sz="1600" b="1" dirty="0"/>
            <a:t>MITRE ATT&amp;CK</a:t>
          </a:r>
        </a:p>
      </dgm:t>
    </dgm:pt>
    <dgm:pt modelId="{62588741-7036-4D2B-9E28-A3CE79A80989}" type="parTrans" cxnId="{8ED97B46-D03F-43BA-A3B0-16C0546ABE37}">
      <dgm:prSet/>
      <dgm:spPr/>
      <dgm:t>
        <a:bodyPr/>
        <a:lstStyle/>
        <a:p>
          <a:endParaRPr lang="es-ES" sz="1600"/>
        </a:p>
      </dgm:t>
    </dgm:pt>
    <dgm:pt modelId="{CDD1F605-CC75-4F17-9525-7D76DE918558}" type="sibTrans" cxnId="{8ED97B46-D03F-43BA-A3B0-16C0546ABE37}">
      <dgm:prSet/>
      <dgm:spPr/>
      <dgm:t>
        <a:bodyPr/>
        <a:lstStyle/>
        <a:p>
          <a:endParaRPr lang="es-ES" sz="1600"/>
        </a:p>
      </dgm:t>
    </dgm:pt>
    <dgm:pt modelId="{06F2FB9A-1016-4E0C-90AE-865E26014295}" type="pres">
      <dgm:prSet presAssocID="{96F7BEE8-29B2-4DF6-934B-666987DEB268}" presName="vert0" presStyleCnt="0">
        <dgm:presLayoutVars>
          <dgm:dir/>
          <dgm:animOne val="branch"/>
          <dgm:animLvl val="lvl"/>
        </dgm:presLayoutVars>
      </dgm:prSet>
      <dgm:spPr/>
    </dgm:pt>
    <dgm:pt modelId="{9F9ECFEE-9C08-441C-8572-3E1221B382C9}" type="pres">
      <dgm:prSet presAssocID="{6C20D28D-73E8-4664-B68F-2A7BD0A125B7}" presName="thickLine" presStyleLbl="alignNode1" presStyleIdx="0" presStyleCnt="11"/>
      <dgm:spPr/>
    </dgm:pt>
    <dgm:pt modelId="{2FB4FA86-72FB-4BA7-8D3D-016E2A7E2B12}" type="pres">
      <dgm:prSet presAssocID="{6C20D28D-73E8-4664-B68F-2A7BD0A125B7}" presName="horz1" presStyleCnt="0"/>
      <dgm:spPr/>
    </dgm:pt>
    <dgm:pt modelId="{48B7566A-1839-4993-B404-3791D182B901}" type="pres">
      <dgm:prSet presAssocID="{6C20D28D-73E8-4664-B68F-2A7BD0A125B7}" presName="tx1" presStyleLbl="revTx" presStyleIdx="0" presStyleCnt="11"/>
      <dgm:spPr/>
    </dgm:pt>
    <dgm:pt modelId="{DC364CE0-A274-47DA-8FAD-038761D5A667}" type="pres">
      <dgm:prSet presAssocID="{6C20D28D-73E8-4664-B68F-2A7BD0A125B7}" presName="vert1" presStyleCnt="0"/>
      <dgm:spPr/>
    </dgm:pt>
    <dgm:pt modelId="{71310DF6-4577-408A-9592-87CBBF6D4B56}" type="pres">
      <dgm:prSet presAssocID="{3B57B70E-9C4C-4E7E-9613-05021A177EB3}" presName="thickLine" presStyleLbl="alignNode1" presStyleIdx="1" presStyleCnt="11"/>
      <dgm:spPr/>
    </dgm:pt>
    <dgm:pt modelId="{09D5B78C-ED09-4EF4-BE55-B3B1DD8F5F4C}" type="pres">
      <dgm:prSet presAssocID="{3B57B70E-9C4C-4E7E-9613-05021A177EB3}" presName="horz1" presStyleCnt="0"/>
      <dgm:spPr/>
    </dgm:pt>
    <dgm:pt modelId="{60647AB8-809A-4527-A551-BFA93F54B43C}" type="pres">
      <dgm:prSet presAssocID="{3B57B70E-9C4C-4E7E-9613-05021A177EB3}" presName="tx1" presStyleLbl="revTx" presStyleIdx="1" presStyleCnt="11"/>
      <dgm:spPr/>
    </dgm:pt>
    <dgm:pt modelId="{2EE61294-CC84-4E63-9113-D345F38B5F27}" type="pres">
      <dgm:prSet presAssocID="{3B57B70E-9C4C-4E7E-9613-05021A177EB3}" presName="vert1" presStyleCnt="0"/>
      <dgm:spPr/>
    </dgm:pt>
    <dgm:pt modelId="{E13EE0D1-6056-4876-B6E6-4DCBD9467626}" type="pres">
      <dgm:prSet presAssocID="{78CC035F-57DD-4D64-8DC9-1C9F200F06DA}" presName="thickLine" presStyleLbl="alignNode1" presStyleIdx="2" presStyleCnt="11"/>
      <dgm:spPr/>
    </dgm:pt>
    <dgm:pt modelId="{AB4140B5-AAEE-4BE7-8495-77E39A8C069E}" type="pres">
      <dgm:prSet presAssocID="{78CC035F-57DD-4D64-8DC9-1C9F200F06DA}" presName="horz1" presStyleCnt="0"/>
      <dgm:spPr/>
    </dgm:pt>
    <dgm:pt modelId="{9D56B1B6-4DEA-4614-A01B-86218FB8531E}" type="pres">
      <dgm:prSet presAssocID="{78CC035F-57DD-4D64-8DC9-1C9F200F06DA}" presName="tx1" presStyleLbl="revTx" presStyleIdx="2" presStyleCnt="11"/>
      <dgm:spPr/>
    </dgm:pt>
    <dgm:pt modelId="{649C576B-679B-400C-950F-3D0BC83AB28A}" type="pres">
      <dgm:prSet presAssocID="{78CC035F-57DD-4D64-8DC9-1C9F200F06DA}" presName="vert1" presStyleCnt="0"/>
      <dgm:spPr/>
    </dgm:pt>
    <dgm:pt modelId="{7FA8AC4D-7E5C-4AAC-858C-DA4833C563F0}" type="pres">
      <dgm:prSet presAssocID="{C0783BFF-D43E-4F14-8266-B8724C0E9FAB}" presName="thickLine" presStyleLbl="alignNode1" presStyleIdx="3" presStyleCnt="11"/>
      <dgm:spPr/>
    </dgm:pt>
    <dgm:pt modelId="{E413800E-A6C8-4A64-ACBF-DA0F12498D33}" type="pres">
      <dgm:prSet presAssocID="{C0783BFF-D43E-4F14-8266-B8724C0E9FAB}" presName="horz1" presStyleCnt="0"/>
      <dgm:spPr/>
    </dgm:pt>
    <dgm:pt modelId="{472A22C0-C77C-4896-BB68-87E30EA51F10}" type="pres">
      <dgm:prSet presAssocID="{C0783BFF-D43E-4F14-8266-B8724C0E9FAB}" presName="tx1" presStyleLbl="revTx" presStyleIdx="3" presStyleCnt="11"/>
      <dgm:spPr/>
    </dgm:pt>
    <dgm:pt modelId="{0618D3B1-A03B-420B-8121-2C157A1AB608}" type="pres">
      <dgm:prSet presAssocID="{C0783BFF-D43E-4F14-8266-B8724C0E9FAB}" presName="vert1" presStyleCnt="0"/>
      <dgm:spPr/>
    </dgm:pt>
    <dgm:pt modelId="{A7B8279B-BE9D-43DE-A05C-18DCAB6DE4F2}" type="pres">
      <dgm:prSet presAssocID="{654C1C08-0114-4FAB-A07D-3F314DAE67A4}" presName="thickLine" presStyleLbl="alignNode1" presStyleIdx="4" presStyleCnt="11"/>
      <dgm:spPr/>
    </dgm:pt>
    <dgm:pt modelId="{994CD34A-3EC3-4192-BD9E-72CA21D668A3}" type="pres">
      <dgm:prSet presAssocID="{654C1C08-0114-4FAB-A07D-3F314DAE67A4}" presName="horz1" presStyleCnt="0"/>
      <dgm:spPr/>
    </dgm:pt>
    <dgm:pt modelId="{ED3135BC-508F-42C0-BD6E-333D688844BB}" type="pres">
      <dgm:prSet presAssocID="{654C1C08-0114-4FAB-A07D-3F314DAE67A4}" presName="tx1" presStyleLbl="revTx" presStyleIdx="4" presStyleCnt="11"/>
      <dgm:spPr/>
    </dgm:pt>
    <dgm:pt modelId="{BD9A019D-3699-4941-AB0B-02090569BE31}" type="pres">
      <dgm:prSet presAssocID="{654C1C08-0114-4FAB-A07D-3F314DAE67A4}" presName="vert1" presStyleCnt="0"/>
      <dgm:spPr/>
    </dgm:pt>
    <dgm:pt modelId="{BBE78A0E-65C0-4309-97F8-8C98F2D6FBFD}" type="pres">
      <dgm:prSet presAssocID="{1EDD4F0D-1FAA-4940-8B7F-4F3E791E14DB}" presName="thickLine" presStyleLbl="alignNode1" presStyleIdx="5" presStyleCnt="11"/>
      <dgm:spPr/>
    </dgm:pt>
    <dgm:pt modelId="{EE204E07-1D8D-4873-94B9-7A8016A143ED}" type="pres">
      <dgm:prSet presAssocID="{1EDD4F0D-1FAA-4940-8B7F-4F3E791E14DB}" presName="horz1" presStyleCnt="0"/>
      <dgm:spPr/>
    </dgm:pt>
    <dgm:pt modelId="{BCC12109-EF3F-4809-8E79-F9D886659046}" type="pres">
      <dgm:prSet presAssocID="{1EDD4F0D-1FAA-4940-8B7F-4F3E791E14DB}" presName="tx1" presStyleLbl="revTx" presStyleIdx="5" presStyleCnt="11"/>
      <dgm:spPr/>
    </dgm:pt>
    <dgm:pt modelId="{90DB3E64-29B3-446A-8EB2-7BD8694CA62C}" type="pres">
      <dgm:prSet presAssocID="{1EDD4F0D-1FAA-4940-8B7F-4F3E791E14DB}" presName="vert1" presStyleCnt="0"/>
      <dgm:spPr/>
    </dgm:pt>
    <dgm:pt modelId="{874E4642-8B3E-4DB7-865E-28A9C8CAE2B2}" type="pres">
      <dgm:prSet presAssocID="{67060003-CE09-4747-9B25-42C4FB3C9875}" presName="thickLine" presStyleLbl="alignNode1" presStyleIdx="6" presStyleCnt="11"/>
      <dgm:spPr/>
    </dgm:pt>
    <dgm:pt modelId="{0BD0DBA8-79E4-4E1E-8BED-6DB0B9608EBD}" type="pres">
      <dgm:prSet presAssocID="{67060003-CE09-4747-9B25-42C4FB3C9875}" presName="horz1" presStyleCnt="0"/>
      <dgm:spPr/>
    </dgm:pt>
    <dgm:pt modelId="{3A3A6E1A-EF1F-4315-89D0-BB32F4FA7C82}" type="pres">
      <dgm:prSet presAssocID="{67060003-CE09-4747-9B25-42C4FB3C9875}" presName="tx1" presStyleLbl="revTx" presStyleIdx="6" presStyleCnt="11"/>
      <dgm:spPr/>
    </dgm:pt>
    <dgm:pt modelId="{2E13874D-1E48-4FED-A789-51615249FB28}" type="pres">
      <dgm:prSet presAssocID="{67060003-CE09-4747-9B25-42C4FB3C9875}" presName="vert1" presStyleCnt="0"/>
      <dgm:spPr/>
    </dgm:pt>
    <dgm:pt modelId="{4B11DA87-FC22-4A32-AFE0-64F397530A8B}" type="pres">
      <dgm:prSet presAssocID="{7618592C-1CF5-4FF8-98D5-976ED3A6E585}" presName="thickLine" presStyleLbl="alignNode1" presStyleIdx="7" presStyleCnt="11"/>
      <dgm:spPr/>
    </dgm:pt>
    <dgm:pt modelId="{A93F94BD-1ED5-412C-805D-70BD19C9048A}" type="pres">
      <dgm:prSet presAssocID="{7618592C-1CF5-4FF8-98D5-976ED3A6E585}" presName="horz1" presStyleCnt="0"/>
      <dgm:spPr/>
    </dgm:pt>
    <dgm:pt modelId="{3B411F61-0D04-4A00-9E1B-B0DF925BF096}" type="pres">
      <dgm:prSet presAssocID="{7618592C-1CF5-4FF8-98D5-976ED3A6E585}" presName="tx1" presStyleLbl="revTx" presStyleIdx="7" presStyleCnt="11"/>
      <dgm:spPr/>
    </dgm:pt>
    <dgm:pt modelId="{BDF846DD-96F3-456D-93BB-4ED41B8AF028}" type="pres">
      <dgm:prSet presAssocID="{7618592C-1CF5-4FF8-98D5-976ED3A6E585}" presName="vert1" presStyleCnt="0"/>
      <dgm:spPr/>
    </dgm:pt>
    <dgm:pt modelId="{A415251E-BE57-49A8-BDC1-79535CFF871C}" type="pres">
      <dgm:prSet presAssocID="{CFBE791E-90E5-4D36-B019-A10030816DF1}" presName="thickLine" presStyleLbl="alignNode1" presStyleIdx="8" presStyleCnt="11"/>
      <dgm:spPr/>
    </dgm:pt>
    <dgm:pt modelId="{A8DF2F4B-2801-46F8-ABF7-67E6A017DC31}" type="pres">
      <dgm:prSet presAssocID="{CFBE791E-90E5-4D36-B019-A10030816DF1}" presName="horz1" presStyleCnt="0"/>
      <dgm:spPr/>
    </dgm:pt>
    <dgm:pt modelId="{7D7C0C81-A43D-4433-B3D6-B6EE14074558}" type="pres">
      <dgm:prSet presAssocID="{CFBE791E-90E5-4D36-B019-A10030816DF1}" presName="tx1" presStyleLbl="revTx" presStyleIdx="8" presStyleCnt="11"/>
      <dgm:spPr/>
    </dgm:pt>
    <dgm:pt modelId="{A7C3B739-9BFC-4650-8B2A-0C5245439528}" type="pres">
      <dgm:prSet presAssocID="{CFBE791E-90E5-4D36-B019-A10030816DF1}" presName="vert1" presStyleCnt="0"/>
      <dgm:spPr/>
    </dgm:pt>
    <dgm:pt modelId="{D87BD805-0391-4043-BBA4-E975B6582153}" type="pres">
      <dgm:prSet presAssocID="{4D7E6CAC-4CF2-4870-B95D-C6678AA2B4B9}" presName="thickLine" presStyleLbl="alignNode1" presStyleIdx="9" presStyleCnt="11"/>
      <dgm:spPr/>
    </dgm:pt>
    <dgm:pt modelId="{87AD65E4-BC8B-4509-A708-4F9F522E27D9}" type="pres">
      <dgm:prSet presAssocID="{4D7E6CAC-4CF2-4870-B95D-C6678AA2B4B9}" presName="horz1" presStyleCnt="0"/>
      <dgm:spPr/>
    </dgm:pt>
    <dgm:pt modelId="{D040EC9F-FCAA-41C1-90AA-E16DEBA8E5A8}" type="pres">
      <dgm:prSet presAssocID="{4D7E6CAC-4CF2-4870-B95D-C6678AA2B4B9}" presName="tx1" presStyleLbl="revTx" presStyleIdx="9" presStyleCnt="11"/>
      <dgm:spPr/>
    </dgm:pt>
    <dgm:pt modelId="{E68FD553-35F9-4638-923B-78B0C8692289}" type="pres">
      <dgm:prSet presAssocID="{4D7E6CAC-4CF2-4870-B95D-C6678AA2B4B9}" presName="vert1" presStyleCnt="0"/>
      <dgm:spPr/>
    </dgm:pt>
    <dgm:pt modelId="{5C53F67B-912C-4379-AF2C-D47AC6E4C32C}" type="pres">
      <dgm:prSet presAssocID="{2365C4B1-F686-4495-9462-3F5D1B42CEC3}" presName="thickLine" presStyleLbl="alignNode1" presStyleIdx="10" presStyleCnt="11"/>
      <dgm:spPr/>
    </dgm:pt>
    <dgm:pt modelId="{C8C1C8E0-FD44-433C-9B6E-88559EC7E5BE}" type="pres">
      <dgm:prSet presAssocID="{2365C4B1-F686-4495-9462-3F5D1B42CEC3}" presName="horz1" presStyleCnt="0"/>
      <dgm:spPr/>
    </dgm:pt>
    <dgm:pt modelId="{81A4BB70-5B6F-4B13-84EE-E73FD09E0174}" type="pres">
      <dgm:prSet presAssocID="{2365C4B1-F686-4495-9462-3F5D1B42CEC3}" presName="tx1" presStyleLbl="revTx" presStyleIdx="10" presStyleCnt="11"/>
      <dgm:spPr/>
    </dgm:pt>
    <dgm:pt modelId="{54FF54A5-CB8F-43C2-92F3-D477A4A9DFCE}" type="pres">
      <dgm:prSet presAssocID="{2365C4B1-F686-4495-9462-3F5D1B42CEC3}" presName="vert1" presStyleCnt="0"/>
      <dgm:spPr/>
    </dgm:pt>
  </dgm:ptLst>
  <dgm:cxnLst>
    <dgm:cxn modelId="{BA8AE00C-F435-46AA-A0BC-A9E43AD06B75}" srcId="{96F7BEE8-29B2-4DF6-934B-666987DEB268}" destId="{654C1C08-0114-4FAB-A07D-3F314DAE67A4}" srcOrd="4" destOrd="0" parTransId="{11D22B56-1AA7-422C-A24B-58A286254465}" sibTransId="{444A4A13-4957-463A-94D4-06B9431340F0}"/>
    <dgm:cxn modelId="{52B89719-CCD6-4C73-BE4F-4F60D3E5F529}" srcId="{96F7BEE8-29B2-4DF6-934B-666987DEB268}" destId="{1EDD4F0D-1FAA-4940-8B7F-4F3E791E14DB}" srcOrd="5" destOrd="0" parTransId="{75FCE928-C729-4DBA-B1D5-900DCF6C2C07}" sibTransId="{135D99F5-8DCC-4FF3-BDC0-53B12BF106B4}"/>
    <dgm:cxn modelId="{1F557C24-13B3-4D9A-B191-95DAF7F606C2}" srcId="{96F7BEE8-29B2-4DF6-934B-666987DEB268}" destId="{C0783BFF-D43E-4F14-8266-B8724C0E9FAB}" srcOrd="3" destOrd="0" parTransId="{22DD8029-37EC-4FFD-BEA6-2BCF5480A6A8}" sibTransId="{B5949FC4-1FF8-477E-90BC-18E639EC77B4}"/>
    <dgm:cxn modelId="{B38D0C32-4D8D-4E7F-9421-D4C616E1B474}" srcId="{96F7BEE8-29B2-4DF6-934B-666987DEB268}" destId="{78CC035F-57DD-4D64-8DC9-1C9F200F06DA}" srcOrd="2" destOrd="0" parTransId="{ED96E218-C002-4650-A80F-36AD4A2A66EA}" sibTransId="{BC4FBB2A-29A9-4475-99FC-F8E9F6026F5B}"/>
    <dgm:cxn modelId="{74007B36-8FF8-454E-81FB-08D6BE501D40}" srcId="{96F7BEE8-29B2-4DF6-934B-666987DEB268}" destId="{67060003-CE09-4747-9B25-42C4FB3C9875}" srcOrd="6" destOrd="0" parTransId="{BA6AFD20-9C5E-485A-B7EB-15AF5C662983}" sibTransId="{A230014F-BDA1-437E-973F-9C4170E8BC20}"/>
    <dgm:cxn modelId="{D6B0C237-FAF3-4656-9D7E-9C2FFCB6B934}" type="presOf" srcId="{654C1C08-0114-4FAB-A07D-3F314DAE67A4}" destId="{ED3135BC-508F-42C0-BD6E-333D688844BB}" srcOrd="0" destOrd="0" presId="urn:microsoft.com/office/officeart/2008/layout/LinedList"/>
    <dgm:cxn modelId="{8ED97B46-D03F-43BA-A3B0-16C0546ABE37}" srcId="{96F7BEE8-29B2-4DF6-934B-666987DEB268}" destId="{6C20D28D-73E8-4664-B68F-2A7BD0A125B7}" srcOrd="0" destOrd="0" parTransId="{62588741-7036-4D2B-9E28-A3CE79A80989}" sibTransId="{CDD1F605-CC75-4F17-9525-7D76DE918558}"/>
    <dgm:cxn modelId="{CD7E204E-6DE0-4348-A990-1A38C96356DD}" srcId="{96F7BEE8-29B2-4DF6-934B-666987DEB268}" destId="{2365C4B1-F686-4495-9462-3F5D1B42CEC3}" srcOrd="10" destOrd="0" parTransId="{5B90F09E-77BF-4F74-BE27-A7A6924FC2FA}" sibTransId="{F3270241-0E5F-4C89-A11D-0B586CC02B03}"/>
    <dgm:cxn modelId="{0BC75E58-2BF7-46F2-9144-BA0ADDF85AA1}" srcId="{96F7BEE8-29B2-4DF6-934B-666987DEB268}" destId="{4D7E6CAC-4CF2-4870-B95D-C6678AA2B4B9}" srcOrd="9" destOrd="0" parTransId="{636AFE82-0AE9-421E-8F74-CFD370CF462D}" sibTransId="{14E802D0-AB68-4058-8630-BC8EBA88D4EC}"/>
    <dgm:cxn modelId="{51A86484-E66F-4DD6-8741-5BDC2FD4B574}" type="presOf" srcId="{2365C4B1-F686-4495-9462-3F5D1B42CEC3}" destId="{81A4BB70-5B6F-4B13-84EE-E73FD09E0174}" srcOrd="0" destOrd="0" presId="urn:microsoft.com/office/officeart/2008/layout/LinedList"/>
    <dgm:cxn modelId="{60194E8C-1CB1-4AFB-9BBC-B2ACD2774F3A}" srcId="{96F7BEE8-29B2-4DF6-934B-666987DEB268}" destId="{3B57B70E-9C4C-4E7E-9613-05021A177EB3}" srcOrd="1" destOrd="0" parTransId="{51EA5FDF-2601-4EF5-BAB1-71E06732EAB8}" sibTransId="{97D4128F-1D4A-4259-8947-82A6B4894ED2}"/>
    <dgm:cxn modelId="{7359968F-A209-4BB3-9BF9-C85E9354ED8E}" type="presOf" srcId="{3B57B70E-9C4C-4E7E-9613-05021A177EB3}" destId="{60647AB8-809A-4527-A551-BFA93F54B43C}" srcOrd="0" destOrd="0" presId="urn:microsoft.com/office/officeart/2008/layout/LinedList"/>
    <dgm:cxn modelId="{C8C90F9F-2A82-4A1E-B732-E9B0BCF50099}" type="presOf" srcId="{6C20D28D-73E8-4664-B68F-2A7BD0A125B7}" destId="{48B7566A-1839-4993-B404-3791D182B901}" srcOrd="0" destOrd="0" presId="urn:microsoft.com/office/officeart/2008/layout/LinedList"/>
    <dgm:cxn modelId="{3BFC96A0-5F13-4968-96AB-F9A4765B1E6B}" type="presOf" srcId="{4D7E6CAC-4CF2-4870-B95D-C6678AA2B4B9}" destId="{D040EC9F-FCAA-41C1-90AA-E16DEBA8E5A8}" srcOrd="0" destOrd="0" presId="urn:microsoft.com/office/officeart/2008/layout/LinedList"/>
    <dgm:cxn modelId="{2D3685A2-460C-46C4-BF5F-EC62712D64B0}" type="presOf" srcId="{78CC035F-57DD-4D64-8DC9-1C9F200F06DA}" destId="{9D56B1B6-4DEA-4614-A01B-86218FB8531E}" srcOrd="0" destOrd="0" presId="urn:microsoft.com/office/officeart/2008/layout/LinedList"/>
    <dgm:cxn modelId="{43D8F0A9-DF3C-46C5-ACD3-CB9607E017FC}" srcId="{96F7BEE8-29B2-4DF6-934B-666987DEB268}" destId="{CFBE791E-90E5-4D36-B019-A10030816DF1}" srcOrd="8" destOrd="0" parTransId="{9A87F663-13BE-4EFC-8D71-80DD6EC5525F}" sibTransId="{CA8147DA-5794-434E-9AFD-1780363E99FD}"/>
    <dgm:cxn modelId="{242B9BB0-38E2-42F6-82DE-3FBDA724509C}" type="presOf" srcId="{C0783BFF-D43E-4F14-8266-B8724C0E9FAB}" destId="{472A22C0-C77C-4896-BB68-87E30EA51F10}" srcOrd="0" destOrd="0" presId="urn:microsoft.com/office/officeart/2008/layout/LinedList"/>
    <dgm:cxn modelId="{9AE54EB3-B6A4-4B9D-9619-0C45D2F0304C}" type="presOf" srcId="{67060003-CE09-4747-9B25-42C4FB3C9875}" destId="{3A3A6E1A-EF1F-4315-89D0-BB32F4FA7C82}" srcOrd="0" destOrd="0" presId="urn:microsoft.com/office/officeart/2008/layout/LinedList"/>
    <dgm:cxn modelId="{3132F2B5-40CC-4B9D-97C9-0EC726371431}" srcId="{96F7BEE8-29B2-4DF6-934B-666987DEB268}" destId="{7618592C-1CF5-4FF8-98D5-976ED3A6E585}" srcOrd="7" destOrd="0" parTransId="{A8E7EED3-10E6-4D58-A897-1077A8A743BF}" sibTransId="{BCC1BA83-A7DF-4BBB-9064-151DF8EAF0A3}"/>
    <dgm:cxn modelId="{368117C4-AEC9-4D6F-89DA-4D965BDF9EBA}" type="presOf" srcId="{96F7BEE8-29B2-4DF6-934B-666987DEB268}" destId="{06F2FB9A-1016-4E0C-90AE-865E26014295}" srcOrd="0" destOrd="0" presId="urn:microsoft.com/office/officeart/2008/layout/LinedList"/>
    <dgm:cxn modelId="{A3E3EDCF-3C5D-4719-9893-EA10D16CC70C}" type="presOf" srcId="{1EDD4F0D-1FAA-4940-8B7F-4F3E791E14DB}" destId="{BCC12109-EF3F-4809-8E79-F9D886659046}" srcOrd="0" destOrd="0" presId="urn:microsoft.com/office/officeart/2008/layout/LinedList"/>
    <dgm:cxn modelId="{46D369E6-085C-42B3-A47D-1BEE4A469B6C}" type="presOf" srcId="{CFBE791E-90E5-4D36-B019-A10030816DF1}" destId="{7D7C0C81-A43D-4433-B3D6-B6EE14074558}" srcOrd="0" destOrd="0" presId="urn:microsoft.com/office/officeart/2008/layout/LinedList"/>
    <dgm:cxn modelId="{B0EC4AF9-981F-4BB0-8318-C1AED5C8B3BA}" type="presOf" srcId="{7618592C-1CF5-4FF8-98D5-976ED3A6E585}" destId="{3B411F61-0D04-4A00-9E1B-B0DF925BF096}" srcOrd="0" destOrd="0" presId="urn:microsoft.com/office/officeart/2008/layout/LinedList"/>
    <dgm:cxn modelId="{77639300-8C9C-40D7-BE02-B258DB794513}" type="presParOf" srcId="{06F2FB9A-1016-4E0C-90AE-865E26014295}" destId="{9F9ECFEE-9C08-441C-8572-3E1221B382C9}" srcOrd="0" destOrd="0" presId="urn:microsoft.com/office/officeart/2008/layout/LinedList"/>
    <dgm:cxn modelId="{6E12BEC2-1703-4CC5-843D-F9F4DD71115D}" type="presParOf" srcId="{06F2FB9A-1016-4E0C-90AE-865E26014295}" destId="{2FB4FA86-72FB-4BA7-8D3D-016E2A7E2B12}" srcOrd="1" destOrd="0" presId="urn:microsoft.com/office/officeart/2008/layout/LinedList"/>
    <dgm:cxn modelId="{FD7C7848-F983-4FC1-B341-F625A0D3C451}" type="presParOf" srcId="{2FB4FA86-72FB-4BA7-8D3D-016E2A7E2B12}" destId="{48B7566A-1839-4993-B404-3791D182B901}" srcOrd="0" destOrd="0" presId="urn:microsoft.com/office/officeart/2008/layout/LinedList"/>
    <dgm:cxn modelId="{2827D359-6417-48DA-953E-1E9E8134D407}" type="presParOf" srcId="{2FB4FA86-72FB-4BA7-8D3D-016E2A7E2B12}" destId="{DC364CE0-A274-47DA-8FAD-038761D5A667}" srcOrd="1" destOrd="0" presId="urn:microsoft.com/office/officeart/2008/layout/LinedList"/>
    <dgm:cxn modelId="{E1F1D50D-8F44-4F68-9966-725FFFAC1FC6}" type="presParOf" srcId="{06F2FB9A-1016-4E0C-90AE-865E26014295}" destId="{71310DF6-4577-408A-9592-87CBBF6D4B56}" srcOrd="2" destOrd="0" presId="urn:microsoft.com/office/officeart/2008/layout/LinedList"/>
    <dgm:cxn modelId="{53562C36-EAF3-4CFB-B981-2346EABAFFF0}" type="presParOf" srcId="{06F2FB9A-1016-4E0C-90AE-865E26014295}" destId="{09D5B78C-ED09-4EF4-BE55-B3B1DD8F5F4C}" srcOrd="3" destOrd="0" presId="urn:microsoft.com/office/officeart/2008/layout/LinedList"/>
    <dgm:cxn modelId="{671E204F-A890-445E-94B8-55B9231A0852}" type="presParOf" srcId="{09D5B78C-ED09-4EF4-BE55-B3B1DD8F5F4C}" destId="{60647AB8-809A-4527-A551-BFA93F54B43C}" srcOrd="0" destOrd="0" presId="urn:microsoft.com/office/officeart/2008/layout/LinedList"/>
    <dgm:cxn modelId="{6FED7DDD-83F9-4E2F-B954-B3CCD3859590}" type="presParOf" srcId="{09D5B78C-ED09-4EF4-BE55-B3B1DD8F5F4C}" destId="{2EE61294-CC84-4E63-9113-D345F38B5F27}" srcOrd="1" destOrd="0" presId="urn:microsoft.com/office/officeart/2008/layout/LinedList"/>
    <dgm:cxn modelId="{7027C0FE-3D2A-4001-9ED3-0C227810E1E0}" type="presParOf" srcId="{06F2FB9A-1016-4E0C-90AE-865E26014295}" destId="{E13EE0D1-6056-4876-B6E6-4DCBD9467626}" srcOrd="4" destOrd="0" presId="urn:microsoft.com/office/officeart/2008/layout/LinedList"/>
    <dgm:cxn modelId="{933D0A45-5421-48E1-A67C-0061094D2460}" type="presParOf" srcId="{06F2FB9A-1016-4E0C-90AE-865E26014295}" destId="{AB4140B5-AAEE-4BE7-8495-77E39A8C069E}" srcOrd="5" destOrd="0" presId="urn:microsoft.com/office/officeart/2008/layout/LinedList"/>
    <dgm:cxn modelId="{BA472683-8A56-4C16-91C2-5F864EAA09A2}" type="presParOf" srcId="{AB4140B5-AAEE-4BE7-8495-77E39A8C069E}" destId="{9D56B1B6-4DEA-4614-A01B-86218FB8531E}" srcOrd="0" destOrd="0" presId="urn:microsoft.com/office/officeart/2008/layout/LinedList"/>
    <dgm:cxn modelId="{CA9CBA8C-AEAD-4748-9BA4-20C8ECFE95FF}" type="presParOf" srcId="{AB4140B5-AAEE-4BE7-8495-77E39A8C069E}" destId="{649C576B-679B-400C-950F-3D0BC83AB28A}" srcOrd="1" destOrd="0" presId="urn:microsoft.com/office/officeart/2008/layout/LinedList"/>
    <dgm:cxn modelId="{99B09A4F-BADB-4A5F-9A09-B3ADF539385A}" type="presParOf" srcId="{06F2FB9A-1016-4E0C-90AE-865E26014295}" destId="{7FA8AC4D-7E5C-4AAC-858C-DA4833C563F0}" srcOrd="6" destOrd="0" presId="urn:microsoft.com/office/officeart/2008/layout/LinedList"/>
    <dgm:cxn modelId="{8D2AED91-3BAF-408A-B73C-2FE2CBD7105A}" type="presParOf" srcId="{06F2FB9A-1016-4E0C-90AE-865E26014295}" destId="{E413800E-A6C8-4A64-ACBF-DA0F12498D33}" srcOrd="7" destOrd="0" presId="urn:microsoft.com/office/officeart/2008/layout/LinedList"/>
    <dgm:cxn modelId="{CC69BAA0-7C26-47B3-8F2F-D14D3C45A497}" type="presParOf" srcId="{E413800E-A6C8-4A64-ACBF-DA0F12498D33}" destId="{472A22C0-C77C-4896-BB68-87E30EA51F10}" srcOrd="0" destOrd="0" presId="urn:microsoft.com/office/officeart/2008/layout/LinedList"/>
    <dgm:cxn modelId="{34311A2A-9773-4A62-B65E-7489A59C8565}" type="presParOf" srcId="{E413800E-A6C8-4A64-ACBF-DA0F12498D33}" destId="{0618D3B1-A03B-420B-8121-2C157A1AB608}" srcOrd="1" destOrd="0" presId="urn:microsoft.com/office/officeart/2008/layout/LinedList"/>
    <dgm:cxn modelId="{EAFCF882-A981-4DFE-815C-50E2C95601EB}" type="presParOf" srcId="{06F2FB9A-1016-4E0C-90AE-865E26014295}" destId="{A7B8279B-BE9D-43DE-A05C-18DCAB6DE4F2}" srcOrd="8" destOrd="0" presId="urn:microsoft.com/office/officeart/2008/layout/LinedList"/>
    <dgm:cxn modelId="{2D39B4B0-C711-43E3-AE77-3E374DD98D3A}" type="presParOf" srcId="{06F2FB9A-1016-4E0C-90AE-865E26014295}" destId="{994CD34A-3EC3-4192-BD9E-72CA21D668A3}" srcOrd="9" destOrd="0" presId="urn:microsoft.com/office/officeart/2008/layout/LinedList"/>
    <dgm:cxn modelId="{E851DE5C-881C-492F-85B6-C8ACCE3E89B1}" type="presParOf" srcId="{994CD34A-3EC3-4192-BD9E-72CA21D668A3}" destId="{ED3135BC-508F-42C0-BD6E-333D688844BB}" srcOrd="0" destOrd="0" presId="urn:microsoft.com/office/officeart/2008/layout/LinedList"/>
    <dgm:cxn modelId="{144B0632-1DA0-4C83-9B36-36E22B3DC335}" type="presParOf" srcId="{994CD34A-3EC3-4192-BD9E-72CA21D668A3}" destId="{BD9A019D-3699-4941-AB0B-02090569BE31}" srcOrd="1" destOrd="0" presId="urn:microsoft.com/office/officeart/2008/layout/LinedList"/>
    <dgm:cxn modelId="{6AD4FCC9-6753-42B4-BB83-F76324AD8838}" type="presParOf" srcId="{06F2FB9A-1016-4E0C-90AE-865E26014295}" destId="{BBE78A0E-65C0-4309-97F8-8C98F2D6FBFD}" srcOrd="10" destOrd="0" presId="urn:microsoft.com/office/officeart/2008/layout/LinedList"/>
    <dgm:cxn modelId="{21A573A3-299D-402F-B7D8-13CFF73ECF64}" type="presParOf" srcId="{06F2FB9A-1016-4E0C-90AE-865E26014295}" destId="{EE204E07-1D8D-4873-94B9-7A8016A143ED}" srcOrd="11" destOrd="0" presId="urn:microsoft.com/office/officeart/2008/layout/LinedList"/>
    <dgm:cxn modelId="{2537F88A-0A40-40C6-AC1E-26608BDFFE34}" type="presParOf" srcId="{EE204E07-1D8D-4873-94B9-7A8016A143ED}" destId="{BCC12109-EF3F-4809-8E79-F9D886659046}" srcOrd="0" destOrd="0" presId="urn:microsoft.com/office/officeart/2008/layout/LinedList"/>
    <dgm:cxn modelId="{BF4B94E2-E609-45E7-B06F-85CC5B558DF5}" type="presParOf" srcId="{EE204E07-1D8D-4873-94B9-7A8016A143ED}" destId="{90DB3E64-29B3-446A-8EB2-7BD8694CA62C}" srcOrd="1" destOrd="0" presId="urn:microsoft.com/office/officeart/2008/layout/LinedList"/>
    <dgm:cxn modelId="{A4FC08F3-DB09-4221-83BC-7A1B116B2ED1}" type="presParOf" srcId="{06F2FB9A-1016-4E0C-90AE-865E26014295}" destId="{874E4642-8B3E-4DB7-865E-28A9C8CAE2B2}" srcOrd="12" destOrd="0" presId="urn:microsoft.com/office/officeart/2008/layout/LinedList"/>
    <dgm:cxn modelId="{24946335-B2FE-443A-9DDF-F94025EE4FCB}" type="presParOf" srcId="{06F2FB9A-1016-4E0C-90AE-865E26014295}" destId="{0BD0DBA8-79E4-4E1E-8BED-6DB0B9608EBD}" srcOrd="13" destOrd="0" presId="urn:microsoft.com/office/officeart/2008/layout/LinedList"/>
    <dgm:cxn modelId="{2BEF9315-01B0-4AE8-909E-FDB1E3766273}" type="presParOf" srcId="{0BD0DBA8-79E4-4E1E-8BED-6DB0B9608EBD}" destId="{3A3A6E1A-EF1F-4315-89D0-BB32F4FA7C82}" srcOrd="0" destOrd="0" presId="urn:microsoft.com/office/officeart/2008/layout/LinedList"/>
    <dgm:cxn modelId="{70726CB5-9BE7-44F7-90C6-169C56D6C65D}" type="presParOf" srcId="{0BD0DBA8-79E4-4E1E-8BED-6DB0B9608EBD}" destId="{2E13874D-1E48-4FED-A789-51615249FB28}" srcOrd="1" destOrd="0" presId="urn:microsoft.com/office/officeart/2008/layout/LinedList"/>
    <dgm:cxn modelId="{2E08CDFA-DF1C-4C12-B3C3-A35388F1DAA4}" type="presParOf" srcId="{06F2FB9A-1016-4E0C-90AE-865E26014295}" destId="{4B11DA87-FC22-4A32-AFE0-64F397530A8B}" srcOrd="14" destOrd="0" presId="urn:microsoft.com/office/officeart/2008/layout/LinedList"/>
    <dgm:cxn modelId="{D6B2DFE8-51F7-4BF3-AEF3-A466CA693B78}" type="presParOf" srcId="{06F2FB9A-1016-4E0C-90AE-865E26014295}" destId="{A93F94BD-1ED5-412C-805D-70BD19C9048A}" srcOrd="15" destOrd="0" presId="urn:microsoft.com/office/officeart/2008/layout/LinedList"/>
    <dgm:cxn modelId="{C946A124-13DD-4558-A98E-EA50CE03D51A}" type="presParOf" srcId="{A93F94BD-1ED5-412C-805D-70BD19C9048A}" destId="{3B411F61-0D04-4A00-9E1B-B0DF925BF096}" srcOrd="0" destOrd="0" presId="urn:microsoft.com/office/officeart/2008/layout/LinedList"/>
    <dgm:cxn modelId="{BD9E87D4-B61A-4E4F-A1F8-8CB810F4D54F}" type="presParOf" srcId="{A93F94BD-1ED5-412C-805D-70BD19C9048A}" destId="{BDF846DD-96F3-456D-93BB-4ED41B8AF028}" srcOrd="1" destOrd="0" presId="urn:microsoft.com/office/officeart/2008/layout/LinedList"/>
    <dgm:cxn modelId="{FFC64C22-AB0F-41C7-B2F5-51DDBCAFFCBF}" type="presParOf" srcId="{06F2FB9A-1016-4E0C-90AE-865E26014295}" destId="{A415251E-BE57-49A8-BDC1-79535CFF871C}" srcOrd="16" destOrd="0" presId="urn:microsoft.com/office/officeart/2008/layout/LinedList"/>
    <dgm:cxn modelId="{3F7AE20A-B43D-4682-A2F8-FD5F4359DAFC}" type="presParOf" srcId="{06F2FB9A-1016-4E0C-90AE-865E26014295}" destId="{A8DF2F4B-2801-46F8-ABF7-67E6A017DC31}" srcOrd="17" destOrd="0" presId="urn:microsoft.com/office/officeart/2008/layout/LinedList"/>
    <dgm:cxn modelId="{AE295795-D2EA-4B75-AEF0-BB11EB383419}" type="presParOf" srcId="{A8DF2F4B-2801-46F8-ABF7-67E6A017DC31}" destId="{7D7C0C81-A43D-4433-B3D6-B6EE14074558}" srcOrd="0" destOrd="0" presId="urn:microsoft.com/office/officeart/2008/layout/LinedList"/>
    <dgm:cxn modelId="{F357701C-BCC6-4FD7-93E6-95D69442D055}" type="presParOf" srcId="{A8DF2F4B-2801-46F8-ABF7-67E6A017DC31}" destId="{A7C3B739-9BFC-4650-8B2A-0C5245439528}" srcOrd="1" destOrd="0" presId="urn:microsoft.com/office/officeart/2008/layout/LinedList"/>
    <dgm:cxn modelId="{238E52A5-2B79-494B-AEC4-466A22411D44}" type="presParOf" srcId="{06F2FB9A-1016-4E0C-90AE-865E26014295}" destId="{D87BD805-0391-4043-BBA4-E975B6582153}" srcOrd="18" destOrd="0" presId="urn:microsoft.com/office/officeart/2008/layout/LinedList"/>
    <dgm:cxn modelId="{D179CA84-73B6-4806-B808-7AAF6E7F0E63}" type="presParOf" srcId="{06F2FB9A-1016-4E0C-90AE-865E26014295}" destId="{87AD65E4-BC8B-4509-A708-4F9F522E27D9}" srcOrd="19" destOrd="0" presId="urn:microsoft.com/office/officeart/2008/layout/LinedList"/>
    <dgm:cxn modelId="{925C5516-8C14-45C8-836E-EF40CF93FE73}" type="presParOf" srcId="{87AD65E4-BC8B-4509-A708-4F9F522E27D9}" destId="{D040EC9F-FCAA-41C1-90AA-E16DEBA8E5A8}" srcOrd="0" destOrd="0" presId="urn:microsoft.com/office/officeart/2008/layout/LinedList"/>
    <dgm:cxn modelId="{F2D88CBD-2C65-452E-BACF-91B44A78A58A}" type="presParOf" srcId="{87AD65E4-BC8B-4509-A708-4F9F522E27D9}" destId="{E68FD553-35F9-4638-923B-78B0C8692289}" srcOrd="1" destOrd="0" presId="urn:microsoft.com/office/officeart/2008/layout/LinedList"/>
    <dgm:cxn modelId="{8A4B511B-87E5-4AAC-95E7-9DF4917029FF}" type="presParOf" srcId="{06F2FB9A-1016-4E0C-90AE-865E26014295}" destId="{5C53F67B-912C-4379-AF2C-D47AC6E4C32C}" srcOrd="20" destOrd="0" presId="urn:microsoft.com/office/officeart/2008/layout/LinedList"/>
    <dgm:cxn modelId="{542D3443-C18A-4874-B9EF-FB59DC43A0E4}" type="presParOf" srcId="{06F2FB9A-1016-4E0C-90AE-865E26014295}" destId="{C8C1C8E0-FD44-433C-9B6E-88559EC7E5BE}" srcOrd="21" destOrd="0" presId="urn:microsoft.com/office/officeart/2008/layout/LinedList"/>
    <dgm:cxn modelId="{8F041C47-2BFB-4814-BAEF-4B9508148240}" type="presParOf" srcId="{C8C1C8E0-FD44-433C-9B6E-88559EC7E5BE}" destId="{81A4BB70-5B6F-4B13-84EE-E73FD09E0174}" srcOrd="0" destOrd="0" presId="urn:microsoft.com/office/officeart/2008/layout/LinedList"/>
    <dgm:cxn modelId="{97FA8398-F59E-4B95-9356-7B03FC05DA4B}" type="presParOf" srcId="{C8C1C8E0-FD44-433C-9B6E-88559EC7E5BE}" destId="{54FF54A5-CB8F-43C2-92F3-D477A4A9DF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6F7BEE8-29B2-4DF6-934B-666987DEB268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57B70E-9C4C-4E7E-9613-05021A177EB3}">
      <dgm:prSet custT="1"/>
      <dgm:spPr/>
      <dgm:t>
        <a:bodyPr/>
        <a:lstStyle/>
        <a:p>
          <a:r>
            <a:rPr lang="es-ES" sz="1600" b="0" dirty="0"/>
            <a:t>1. Reconocimiento</a:t>
          </a:r>
          <a:endParaRPr lang="en-US" sz="1600" b="0" dirty="0"/>
        </a:p>
      </dgm:t>
    </dgm:pt>
    <dgm:pt modelId="{51EA5FDF-2601-4EF5-BAB1-71E06732EAB8}" type="parTrans" cxnId="{60194E8C-1CB1-4AFB-9BBC-B2ACD2774F3A}">
      <dgm:prSet/>
      <dgm:spPr/>
      <dgm:t>
        <a:bodyPr/>
        <a:lstStyle/>
        <a:p>
          <a:endParaRPr lang="en-US" sz="1600" b="0"/>
        </a:p>
      </dgm:t>
    </dgm:pt>
    <dgm:pt modelId="{97D4128F-1D4A-4259-8947-82A6B4894ED2}" type="sibTrans" cxnId="{60194E8C-1CB1-4AFB-9BBC-B2ACD2774F3A}">
      <dgm:prSet/>
      <dgm:spPr/>
      <dgm:t>
        <a:bodyPr/>
        <a:lstStyle/>
        <a:p>
          <a:endParaRPr lang="en-US" sz="1600" b="0"/>
        </a:p>
      </dgm:t>
    </dgm:pt>
    <dgm:pt modelId="{78CC035F-57DD-4D64-8DC9-1C9F200F06DA}">
      <dgm:prSet custT="1"/>
      <dgm:spPr/>
      <dgm:t>
        <a:bodyPr/>
        <a:lstStyle/>
        <a:p>
          <a:r>
            <a:rPr lang="en-US" sz="1600" b="0" dirty="0"/>
            <a:t>2. </a:t>
          </a:r>
          <a:r>
            <a:rPr lang="en-US" sz="1600" b="0" dirty="0" err="1"/>
            <a:t>Preparación</a:t>
          </a:r>
          <a:endParaRPr lang="en-US" sz="1600" b="0" dirty="0"/>
        </a:p>
      </dgm:t>
    </dgm:pt>
    <dgm:pt modelId="{ED96E218-C002-4650-A80F-36AD4A2A66EA}" type="parTrans" cxnId="{B38D0C32-4D8D-4E7F-9421-D4C616E1B474}">
      <dgm:prSet/>
      <dgm:spPr/>
      <dgm:t>
        <a:bodyPr/>
        <a:lstStyle/>
        <a:p>
          <a:endParaRPr lang="es-ES" sz="1600" b="0"/>
        </a:p>
      </dgm:t>
    </dgm:pt>
    <dgm:pt modelId="{BC4FBB2A-29A9-4475-99FC-F8E9F6026F5B}" type="sibTrans" cxnId="{B38D0C32-4D8D-4E7F-9421-D4C616E1B474}">
      <dgm:prSet/>
      <dgm:spPr/>
      <dgm:t>
        <a:bodyPr/>
        <a:lstStyle/>
        <a:p>
          <a:endParaRPr lang="es-ES" sz="1600" b="0"/>
        </a:p>
      </dgm:t>
    </dgm:pt>
    <dgm:pt modelId="{C0783BFF-D43E-4F14-8266-B8724C0E9FAB}">
      <dgm:prSet custT="1"/>
      <dgm:spPr/>
      <dgm:t>
        <a:bodyPr/>
        <a:lstStyle/>
        <a:p>
          <a:r>
            <a:rPr lang="en-US" sz="1600" b="0" dirty="0"/>
            <a:t>3. </a:t>
          </a:r>
          <a:r>
            <a:rPr lang="en-US" sz="1600" b="0" dirty="0" err="1"/>
            <a:t>Distribución</a:t>
          </a:r>
          <a:endParaRPr lang="en-US" sz="1600" b="0" dirty="0"/>
        </a:p>
      </dgm:t>
    </dgm:pt>
    <dgm:pt modelId="{22DD8029-37EC-4FFD-BEA6-2BCF5480A6A8}" type="parTrans" cxnId="{1F557C24-13B3-4D9A-B191-95DAF7F606C2}">
      <dgm:prSet/>
      <dgm:spPr/>
      <dgm:t>
        <a:bodyPr/>
        <a:lstStyle/>
        <a:p>
          <a:endParaRPr lang="es-ES" sz="1600" b="0"/>
        </a:p>
      </dgm:t>
    </dgm:pt>
    <dgm:pt modelId="{B5949FC4-1FF8-477E-90BC-18E639EC77B4}" type="sibTrans" cxnId="{1F557C24-13B3-4D9A-B191-95DAF7F606C2}">
      <dgm:prSet/>
      <dgm:spPr/>
      <dgm:t>
        <a:bodyPr/>
        <a:lstStyle/>
        <a:p>
          <a:endParaRPr lang="es-ES" sz="1600" b="0"/>
        </a:p>
      </dgm:t>
    </dgm:pt>
    <dgm:pt modelId="{654C1C08-0114-4FAB-A07D-3F314DAE67A4}">
      <dgm:prSet custT="1"/>
      <dgm:spPr/>
      <dgm:t>
        <a:bodyPr/>
        <a:lstStyle/>
        <a:p>
          <a:r>
            <a:rPr lang="en-US" sz="1600" b="0" dirty="0"/>
            <a:t>4. </a:t>
          </a:r>
          <a:r>
            <a:rPr lang="en-US" sz="1600" b="0" dirty="0" err="1"/>
            <a:t>Explotación</a:t>
          </a:r>
          <a:endParaRPr lang="en-US" sz="1600" b="0" dirty="0"/>
        </a:p>
      </dgm:t>
    </dgm:pt>
    <dgm:pt modelId="{11D22B56-1AA7-422C-A24B-58A286254465}" type="parTrans" cxnId="{BA8AE00C-F435-46AA-A0BC-A9E43AD06B75}">
      <dgm:prSet/>
      <dgm:spPr/>
      <dgm:t>
        <a:bodyPr/>
        <a:lstStyle/>
        <a:p>
          <a:endParaRPr lang="es-ES" sz="1600" b="0"/>
        </a:p>
      </dgm:t>
    </dgm:pt>
    <dgm:pt modelId="{444A4A13-4957-463A-94D4-06B9431340F0}" type="sibTrans" cxnId="{BA8AE00C-F435-46AA-A0BC-A9E43AD06B75}">
      <dgm:prSet/>
      <dgm:spPr/>
      <dgm:t>
        <a:bodyPr/>
        <a:lstStyle/>
        <a:p>
          <a:endParaRPr lang="es-ES" sz="1600" b="0"/>
        </a:p>
      </dgm:t>
    </dgm:pt>
    <dgm:pt modelId="{67060003-CE09-4747-9B25-42C4FB3C9875}">
      <dgm:prSet custT="1"/>
      <dgm:spPr/>
      <dgm:t>
        <a:bodyPr/>
        <a:lstStyle/>
        <a:p>
          <a:r>
            <a:rPr lang="en-US" sz="1600" b="0" dirty="0"/>
            <a:t>6. </a:t>
          </a:r>
          <a:r>
            <a:rPr lang="en-US" sz="1600" b="0" dirty="0" err="1"/>
            <a:t>Comando</a:t>
          </a:r>
          <a:r>
            <a:rPr lang="en-US" sz="1600" b="0" dirty="0"/>
            <a:t> y control</a:t>
          </a:r>
        </a:p>
      </dgm:t>
    </dgm:pt>
    <dgm:pt modelId="{BA6AFD20-9C5E-485A-B7EB-15AF5C662983}" type="parTrans" cxnId="{74007B36-8FF8-454E-81FB-08D6BE501D40}">
      <dgm:prSet/>
      <dgm:spPr/>
      <dgm:t>
        <a:bodyPr/>
        <a:lstStyle/>
        <a:p>
          <a:endParaRPr lang="es-ES" sz="1600" b="0"/>
        </a:p>
      </dgm:t>
    </dgm:pt>
    <dgm:pt modelId="{A230014F-BDA1-437E-973F-9C4170E8BC20}" type="sibTrans" cxnId="{74007B36-8FF8-454E-81FB-08D6BE501D40}">
      <dgm:prSet/>
      <dgm:spPr/>
      <dgm:t>
        <a:bodyPr/>
        <a:lstStyle/>
        <a:p>
          <a:endParaRPr lang="es-ES" sz="1600" b="0"/>
        </a:p>
      </dgm:t>
    </dgm:pt>
    <dgm:pt modelId="{7618592C-1CF5-4FF8-98D5-976ED3A6E585}">
      <dgm:prSet custT="1"/>
      <dgm:spPr/>
      <dgm:t>
        <a:bodyPr/>
        <a:lstStyle/>
        <a:p>
          <a:r>
            <a:rPr lang="en-US" sz="1600" b="0" dirty="0"/>
            <a:t>7. </a:t>
          </a:r>
          <a:r>
            <a:rPr lang="en-US" sz="1600" b="0" dirty="0" err="1"/>
            <a:t>Acciones</a:t>
          </a:r>
          <a:r>
            <a:rPr lang="en-US" sz="1600" b="0" dirty="0"/>
            <a:t> </a:t>
          </a:r>
          <a:r>
            <a:rPr lang="en-US" sz="1600" b="0" dirty="0" err="1"/>
            <a:t>sobre</a:t>
          </a:r>
          <a:r>
            <a:rPr lang="en-US" sz="1600" b="0" dirty="0"/>
            <a:t> </a:t>
          </a:r>
          <a:r>
            <a:rPr lang="en-US" sz="1600" b="0" dirty="0" err="1"/>
            <a:t>los</a:t>
          </a:r>
          <a:r>
            <a:rPr lang="en-US" sz="1600" b="0" dirty="0"/>
            <a:t> </a:t>
          </a:r>
          <a:r>
            <a:rPr lang="en-US" sz="1600" b="0" dirty="0" err="1"/>
            <a:t>objetivos</a:t>
          </a:r>
          <a:endParaRPr lang="en-US" sz="1600" b="0" dirty="0"/>
        </a:p>
      </dgm:t>
    </dgm:pt>
    <dgm:pt modelId="{A8E7EED3-10E6-4D58-A897-1077A8A743BF}" type="parTrans" cxnId="{3132F2B5-40CC-4B9D-97C9-0EC726371431}">
      <dgm:prSet/>
      <dgm:spPr/>
      <dgm:t>
        <a:bodyPr/>
        <a:lstStyle/>
        <a:p>
          <a:endParaRPr lang="es-ES" sz="1600" b="0"/>
        </a:p>
      </dgm:t>
    </dgm:pt>
    <dgm:pt modelId="{BCC1BA83-A7DF-4BBB-9064-151DF8EAF0A3}" type="sibTrans" cxnId="{3132F2B5-40CC-4B9D-97C9-0EC726371431}">
      <dgm:prSet/>
      <dgm:spPr/>
      <dgm:t>
        <a:bodyPr/>
        <a:lstStyle/>
        <a:p>
          <a:endParaRPr lang="es-ES" sz="1600" b="0"/>
        </a:p>
      </dgm:t>
    </dgm:pt>
    <dgm:pt modelId="{6C20D28D-73E8-4664-B68F-2A7BD0A125B7}">
      <dgm:prSet custT="1"/>
      <dgm:spPr/>
      <dgm:t>
        <a:bodyPr/>
        <a:lstStyle/>
        <a:p>
          <a:pPr algn="ctr"/>
          <a:r>
            <a:rPr lang="en-US" sz="1600" b="1" dirty="0"/>
            <a:t>Cyber Kill Chain</a:t>
          </a:r>
        </a:p>
      </dgm:t>
    </dgm:pt>
    <dgm:pt modelId="{62588741-7036-4D2B-9E28-A3CE79A80989}" type="parTrans" cxnId="{8ED97B46-D03F-43BA-A3B0-16C0546ABE37}">
      <dgm:prSet/>
      <dgm:spPr/>
      <dgm:t>
        <a:bodyPr/>
        <a:lstStyle/>
        <a:p>
          <a:endParaRPr lang="es-ES" sz="1600"/>
        </a:p>
      </dgm:t>
    </dgm:pt>
    <dgm:pt modelId="{CDD1F605-CC75-4F17-9525-7D76DE918558}" type="sibTrans" cxnId="{8ED97B46-D03F-43BA-A3B0-16C0546ABE37}">
      <dgm:prSet/>
      <dgm:spPr/>
      <dgm:t>
        <a:bodyPr/>
        <a:lstStyle/>
        <a:p>
          <a:endParaRPr lang="es-ES" sz="1600"/>
        </a:p>
      </dgm:t>
    </dgm:pt>
    <dgm:pt modelId="{1EDD4F0D-1FAA-4940-8B7F-4F3E791E14DB}">
      <dgm:prSet custT="1"/>
      <dgm:spPr/>
      <dgm:t>
        <a:bodyPr/>
        <a:lstStyle/>
        <a:p>
          <a:r>
            <a:rPr lang="en-US" sz="1600" b="0" dirty="0"/>
            <a:t>5. </a:t>
          </a:r>
          <a:r>
            <a:rPr lang="en-US" sz="1600" b="0" dirty="0" err="1"/>
            <a:t>Instalación</a:t>
          </a:r>
          <a:endParaRPr lang="en-US" sz="1600" b="0" dirty="0"/>
        </a:p>
      </dgm:t>
    </dgm:pt>
    <dgm:pt modelId="{135D99F5-8DCC-4FF3-BDC0-53B12BF106B4}" type="sibTrans" cxnId="{52B89719-CCD6-4C73-BE4F-4F60D3E5F529}">
      <dgm:prSet/>
      <dgm:spPr/>
      <dgm:t>
        <a:bodyPr/>
        <a:lstStyle/>
        <a:p>
          <a:endParaRPr lang="es-ES" sz="1600" b="0"/>
        </a:p>
      </dgm:t>
    </dgm:pt>
    <dgm:pt modelId="{75FCE928-C729-4DBA-B1D5-900DCF6C2C07}" type="parTrans" cxnId="{52B89719-CCD6-4C73-BE4F-4F60D3E5F529}">
      <dgm:prSet/>
      <dgm:spPr/>
      <dgm:t>
        <a:bodyPr/>
        <a:lstStyle/>
        <a:p>
          <a:endParaRPr lang="es-ES" sz="1600" b="0"/>
        </a:p>
      </dgm:t>
    </dgm:pt>
    <dgm:pt modelId="{06F2FB9A-1016-4E0C-90AE-865E26014295}" type="pres">
      <dgm:prSet presAssocID="{96F7BEE8-29B2-4DF6-934B-666987DEB268}" presName="vert0" presStyleCnt="0">
        <dgm:presLayoutVars>
          <dgm:dir/>
          <dgm:animOne val="branch"/>
          <dgm:animLvl val="lvl"/>
        </dgm:presLayoutVars>
      </dgm:prSet>
      <dgm:spPr/>
    </dgm:pt>
    <dgm:pt modelId="{9F9ECFEE-9C08-441C-8572-3E1221B382C9}" type="pres">
      <dgm:prSet presAssocID="{6C20D28D-73E8-4664-B68F-2A7BD0A125B7}" presName="thickLine" presStyleLbl="alignNode1" presStyleIdx="0" presStyleCnt="8"/>
      <dgm:spPr/>
    </dgm:pt>
    <dgm:pt modelId="{2FB4FA86-72FB-4BA7-8D3D-016E2A7E2B12}" type="pres">
      <dgm:prSet presAssocID="{6C20D28D-73E8-4664-B68F-2A7BD0A125B7}" presName="horz1" presStyleCnt="0"/>
      <dgm:spPr/>
    </dgm:pt>
    <dgm:pt modelId="{48B7566A-1839-4993-B404-3791D182B901}" type="pres">
      <dgm:prSet presAssocID="{6C20D28D-73E8-4664-B68F-2A7BD0A125B7}" presName="tx1" presStyleLbl="revTx" presStyleIdx="0" presStyleCnt="8" custScaleY="71464"/>
      <dgm:spPr/>
    </dgm:pt>
    <dgm:pt modelId="{DC364CE0-A274-47DA-8FAD-038761D5A667}" type="pres">
      <dgm:prSet presAssocID="{6C20D28D-73E8-4664-B68F-2A7BD0A125B7}" presName="vert1" presStyleCnt="0"/>
      <dgm:spPr/>
    </dgm:pt>
    <dgm:pt modelId="{71310DF6-4577-408A-9592-87CBBF6D4B56}" type="pres">
      <dgm:prSet presAssocID="{3B57B70E-9C4C-4E7E-9613-05021A177EB3}" presName="thickLine" presStyleLbl="alignNode1" presStyleIdx="1" presStyleCnt="8"/>
      <dgm:spPr/>
    </dgm:pt>
    <dgm:pt modelId="{09D5B78C-ED09-4EF4-BE55-B3B1DD8F5F4C}" type="pres">
      <dgm:prSet presAssocID="{3B57B70E-9C4C-4E7E-9613-05021A177EB3}" presName="horz1" presStyleCnt="0"/>
      <dgm:spPr/>
    </dgm:pt>
    <dgm:pt modelId="{60647AB8-809A-4527-A551-BFA93F54B43C}" type="pres">
      <dgm:prSet presAssocID="{3B57B70E-9C4C-4E7E-9613-05021A177EB3}" presName="tx1" presStyleLbl="revTx" presStyleIdx="1" presStyleCnt="8"/>
      <dgm:spPr/>
    </dgm:pt>
    <dgm:pt modelId="{2EE61294-CC84-4E63-9113-D345F38B5F27}" type="pres">
      <dgm:prSet presAssocID="{3B57B70E-9C4C-4E7E-9613-05021A177EB3}" presName="vert1" presStyleCnt="0"/>
      <dgm:spPr/>
    </dgm:pt>
    <dgm:pt modelId="{E13EE0D1-6056-4876-B6E6-4DCBD9467626}" type="pres">
      <dgm:prSet presAssocID="{78CC035F-57DD-4D64-8DC9-1C9F200F06DA}" presName="thickLine" presStyleLbl="alignNode1" presStyleIdx="2" presStyleCnt="8"/>
      <dgm:spPr/>
    </dgm:pt>
    <dgm:pt modelId="{AB4140B5-AAEE-4BE7-8495-77E39A8C069E}" type="pres">
      <dgm:prSet presAssocID="{78CC035F-57DD-4D64-8DC9-1C9F200F06DA}" presName="horz1" presStyleCnt="0"/>
      <dgm:spPr/>
    </dgm:pt>
    <dgm:pt modelId="{9D56B1B6-4DEA-4614-A01B-86218FB8531E}" type="pres">
      <dgm:prSet presAssocID="{78CC035F-57DD-4D64-8DC9-1C9F200F06DA}" presName="tx1" presStyleLbl="revTx" presStyleIdx="2" presStyleCnt="8"/>
      <dgm:spPr/>
    </dgm:pt>
    <dgm:pt modelId="{649C576B-679B-400C-950F-3D0BC83AB28A}" type="pres">
      <dgm:prSet presAssocID="{78CC035F-57DD-4D64-8DC9-1C9F200F06DA}" presName="vert1" presStyleCnt="0"/>
      <dgm:spPr/>
    </dgm:pt>
    <dgm:pt modelId="{7FA8AC4D-7E5C-4AAC-858C-DA4833C563F0}" type="pres">
      <dgm:prSet presAssocID="{C0783BFF-D43E-4F14-8266-B8724C0E9FAB}" presName="thickLine" presStyleLbl="alignNode1" presStyleIdx="3" presStyleCnt="8"/>
      <dgm:spPr/>
    </dgm:pt>
    <dgm:pt modelId="{E413800E-A6C8-4A64-ACBF-DA0F12498D33}" type="pres">
      <dgm:prSet presAssocID="{C0783BFF-D43E-4F14-8266-B8724C0E9FAB}" presName="horz1" presStyleCnt="0"/>
      <dgm:spPr/>
    </dgm:pt>
    <dgm:pt modelId="{472A22C0-C77C-4896-BB68-87E30EA51F10}" type="pres">
      <dgm:prSet presAssocID="{C0783BFF-D43E-4F14-8266-B8724C0E9FAB}" presName="tx1" presStyleLbl="revTx" presStyleIdx="3" presStyleCnt="8"/>
      <dgm:spPr/>
    </dgm:pt>
    <dgm:pt modelId="{0618D3B1-A03B-420B-8121-2C157A1AB608}" type="pres">
      <dgm:prSet presAssocID="{C0783BFF-D43E-4F14-8266-B8724C0E9FAB}" presName="vert1" presStyleCnt="0"/>
      <dgm:spPr/>
    </dgm:pt>
    <dgm:pt modelId="{A7B8279B-BE9D-43DE-A05C-18DCAB6DE4F2}" type="pres">
      <dgm:prSet presAssocID="{654C1C08-0114-4FAB-A07D-3F314DAE67A4}" presName="thickLine" presStyleLbl="alignNode1" presStyleIdx="4" presStyleCnt="8"/>
      <dgm:spPr/>
    </dgm:pt>
    <dgm:pt modelId="{994CD34A-3EC3-4192-BD9E-72CA21D668A3}" type="pres">
      <dgm:prSet presAssocID="{654C1C08-0114-4FAB-A07D-3F314DAE67A4}" presName="horz1" presStyleCnt="0"/>
      <dgm:spPr/>
    </dgm:pt>
    <dgm:pt modelId="{ED3135BC-508F-42C0-BD6E-333D688844BB}" type="pres">
      <dgm:prSet presAssocID="{654C1C08-0114-4FAB-A07D-3F314DAE67A4}" presName="tx1" presStyleLbl="revTx" presStyleIdx="4" presStyleCnt="8"/>
      <dgm:spPr/>
    </dgm:pt>
    <dgm:pt modelId="{BD9A019D-3699-4941-AB0B-02090569BE31}" type="pres">
      <dgm:prSet presAssocID="{654C1C08-0114-4FAB-A07D-3F314DAE67A4}" presName="vert1" presStyleCnt="0"/>
      <dgm:spPr/>
    </dgm:pt>
    <dgm:pt modelId="{BBE78A0E-65C0-4309-97F8-8C98F2D6FBFD}" type="pres">
      <dgm:prSet presAssocID="{1EDD4F0D-1FAA-4940-8B7F-4F3E791E14DB}" presName="thickLine" presStyleLbl="alignNode1" presStyleIdx="5" presStyleCnt="8"/>
      <dgm:spPr/>
    </dgm:pt>
    <dgm:pt modelId="{EE204E07-1D8D-4873-94B9-7A8016A143ED}" type="pres">
      <dgm:prSet presAssocID="{1EDD4F0D-1FAA-4940-8B7F-4F3E791E14DB}" presName="horz1" presStyleCnt="0"/>
      <dgm:spPr/>
    </dgm:pt>
    <dgm:pt modelId="{BCC12109-EF3F-4809-8E79-F9D886659046}" type="pres">
      <dgm:prSet presAssocID="{1EDD4F0D-1FAA-4940-8B7F-4F3E791E14DB}" presName="tx1" presStyleLbl="revTx" presStyleIdx="5" presStyleCnt="8"/>
      <dgm:spPr/>
    </dgm:pt>
    <dgm:pt modelId="{90DB3E64-29B3-446A-8EB2-7BD8694CA62C}" type="pres">
      <dgm:prSet presAssocID="{1EDD4F0D-1FAA-4940-8B7F-4F3E791E14DB}" presName="vert1" presStyleCnt="0"/>
      <dgm:spPr/>
    </dgm:pt>
    <dgm:pt modelId="{874E4642-8B3E-4DB7-865E-28A9C8CAE2B2}" type="pres">
      <dgm:prSet presAssocID="{67060003-CE09-4747-9B25-42C4FB3C9875}" presName="thickLine" presStyleLbl="alignNode1" presStyleIdx="6" presStyleCnt="8"/>
      <dgm:spPr/>
    </dgm:pt>
    <dgm:pt modelId="{0BD0DBA8-79E4-4E1E-8BED-6DB0B9608EBD}" type="pres">
      <dgm:prSet presAssocID="{67060003-CE09-4747-9B25-42C4FB3C9875}" presName="horz1" presStyleCnt="0"/>
      <dgm:spPr/>
    </dgm:pt>
    <dgm:pt modelId="{3A3A6E1A-EF1F-4315-89D0-BB32F4FA7C82}" type="pres">
      <dgm:prSet presAssocID="{67060003-CE09-4747-9B25-42C4FB3C9875}" presName="tx1" presStyleLbl="revTx" presStyleIdx="6" presStyleCnt="8"/>
      <dgm:spPr/>
    </dgm:pt>
    <dgm:pt modelId="{2E13874D-1E48-4FED-A789-51615249FB28}" type="pres">
      <dgm:prSet presAssocID="{67060003-CE09-4747-9B25-42C4FB3C9875}" presName="vert1" presStyleCnt="0"/>
      <dgm:spPr/>
    </dgm:pt>
    <dgm:pt modelId="{4B11DA87-FC22-4A32-AFE0-64F397530A8B}" type="pres">
      <dgm:prSet presAssocID="{7618592C-1CF5-4FF8-98D5-976ED3A6E585}" presName="thickLine" presStyleLbl="alignNode1" presStyleIdx="7" presStyleCnt="8"/>
      <dgm:spPr/>
    </dgm:pt>
    <dgm:pt modelId="{A93F94BD-1ED5-412C-805D-70BD19C9048A}" type="pres">
      <dgm:prSet presAssocID="{7618592C-1CF5-4FF8-98D5-976ED3A6E585}" presName="horz1" presStyleCnt="0"/>
      <dgm:spPr/>
    </dgm:pt>
    <dgm:pt modelId="{3B411F61-0D04-4A00-9E1B-B0DF925BF096}" type="pres">
      <dgm:prSet presAssocID="{7618592C-1CF5-4FF8-98D5-976ED3A6E585}" presName="tx1" presStyleLbl="revTx" presStyleIdx="7" presStyleCnt="8"/>
      <dgm:spPr/>
    </dgm:pt>
    <dgm:pt modelId="{BDF846DD-96F3-456D-93BB-4ED41B8AF028}" type="pres">
      <dgm:prSet presAssocID="{7618592C-1CF5-4FF8-98D5-976ED3A6E585}" presName="vert1" presStyleCnt="0"/>
      <dgm:spPr/>
    </dgm:pt>
  </dgm:ptLst>
  <dgm:cxnLst>
    <dgm:cxn modelId="{BA8AE00C-F435-46AA-A0BC-A9E43AD06B75}" srcId="{96F7BEE8-29B2-4DF6-934B-666987DEB268}" destId="{654C1C08-0114-4FAB-A07D-3F314DAE67A4}" srcOrd="4" destOrd="0" parTransId="{11D22B56-1AA7-422C-A24B-58A286254465}" sibTransId="{444A4A13-4957-463A-94D4-06B9431340F0}"/>
    <dgm:cxn modelId="{52B89719-CCD6-4C73-BE4F-4F60D3E5F529}" srcId="{96F7BEE8-29B2-4DF6-934B-666987DEB268}" destId="{1EDD4F0D-1FAA-4940-8B7F-4F3E791E14DB}" srcOrd="5" destOrd="0" parTransId="{75FCE928-C729-4DBA-B1D5-900DCF6C2C07}" sibTransId="{135D99F5-8DCC-4FF3-BDC0-53B12BF106B4}"/>
    <dgm:cxn modelId="{1F557C24-13B3-4D9A-B191-95DAF7F606C2}" srcId="{96F7BEE8-29B2-4DF6-934B-666987DEB268}" destId="{C0783BFF-D43E-4F14-8266-B8724C0E9FAB}" srcOrd="3" destOrd="0" parTransId="{22DD8029-37EC-4FFD-BEA6-2BCF5480A6A8}" sibTransId="{B5949FC4-1FF8-477E-90BC-18E639EC77B4}"/>
    <dgm:cxn modelId="{B38D0C32-4D8D-4E7F-9421-D4C616E1B474}" srcId="{96F7BEE8-29B2-4DF6-934B-666987DEB268}" destId="{78CC035F-57DD-4D64-8DC9-1C9F200F06DA}" srcOrd="2" destOrd="0" parTransId="{ED96E218-C002-4650-A80F-36AD4A2A66EA}" sibTransId="{BC4FBB2A-29A9-4475-99FC-F8E9F6026F5B}"/>
    <dgm:cxn modelId="{74007B36-8FF8-454E-81FB-08D6BE501D40}" srcId="{96F7BEE8-29B2-4DF6-934B-666987DEB268}" destId="{67060003-CE09-4747-9B25-42C4FB3C9875}" srcOrd="6" destOrd="0" parTransId="{BA6AFD20-9C5E-485A-B7EB-15AF5C662983}" sibTransId="{A230014F-BDA1-437E-973F-9C4170E8BC20}"/>
    <dgm:cxn modelId="{D6B0C237-FAF3-4656-9D7E-9C2FFCB6B934}" type="presOf" srcId="{654C1C08-0114-4FAB-A07D-3F314DAE67A4}" destId="{ED3135BC-508F-42C0-BD6E-333D688844BB}" srcOrd="0" destOrd="0" presId="urn:microsoft.com/office/officeart/2008/layout/LinedList"/>
    <dgm:cxn modelId="{8ED97B46-D03F-43BA-A3B0-16C0546ABE37}" srcId="{96F7BEE8-29B2-4DF6-934B-666987DEB268}" destId="{6C20D28D-73E8-4664-B68F-2A7BD0A125B7}" srcOrd="0" destOrd="0" parTransId="{62588741-7036-4D2B-9E28-A3CE79A80989}" sibTransId="{CDD1F605-CC75-4F17-9525-7D76DE918558}"/>
    <dgm:cxn modelId="{60194E8C-1CB1-4AFB-9BBC-B2ACD2774F3A}" srcId="{96F7BEE8-29B2-4DF6-934B-666987DEB268}" destId="{3B57B70E-9C4C-4E7E-9613-05021A177EB3}" srcOrd="1" destOrd="0" parTransId="{51EA5FDF-2601-4EF5-BAB1-71E06732EAB8}" sibTransId="{97D4128F-1D4A-4259-8947-82A6B4894ED2}"/>
    <dgm:cxn modelId="{7359968F-A209-4BB3-9BF9-C85E9354ED8E}" type="presOf" srcId="{3B57B70E-9C4C-4E7E-9613-05021A177EB3}" destId="{60647AB8-809A-4527-A551-BFA93F54B43C}" srcOrd="0" destOrd="0" presId="urn:microsoft.com/office/officeart/2008/layout/LinedList"/>
    <dgm:cxn modelId="{C8C90F9F-2A82-4A1E-B732-E9B0BCF50099}" type="presOf" srcId="{6C20D28D-73E8-4664-B68F-2A7BD0A125B7}" destId="{48B7566A-1839-4993-B404-3791D182B901}" srcOrd="0" destOrd="0" presId="urn:microsoft.com/office/officeart/2008/layout/LinedList"/>
    <dgm:cxn modelId="{2D3685A2-460C-46C4-BF5F-EC62712D64B0}" type="presOf" srcId="{78CC035F-57DD-4D64-8DC9-1C9F200F06DA}" destId="{9D56B1B6-4DEA-4614-A01B-86218FB8531E}" srcOrd="0" destOrd="0" presId="urn:microsoft.com/office/officeart/2008/layout/LinedList"/>
    <dgm:cxn modelId="{242B9BB0-38E2-42F6-82DE-3FBDA724509C}" type="presOf" srcId="{C0783BFF-D43E-4F14-8266-B8724C0E9FAB}" destId="{472A22C0-C77C-4896-BB68-87E30EA51F10}" srcOrd="0" destOrd="0" presId="urn:microsoft.com/office/officeart/2008/layout/LinedList"/>
    <dgm:cxn modelId="{9AE54EB3-B6A4-4B9D-9619-0C45D2F0304C}" type="presOf" srcId="{67060003-CE09-4747-9B25-42C4FB3C9875}" destId="{3A3A6E1A-EF1F-4315-89D0-BB32F4FA7C82}" srcOrd="0" destOrd="0" presId="urn:microsoft.com/office/officeart/2008/layout/LinedList"/>
    <dgm:cxn modelId="{3132F2B5-40CC-4B9D-97C9-0EC726371431}" srcId="{96F7BEE8-29B2-4DF6-934B-666987DEB268}" destId="{7618592C-1CF5-4FF8-98D5-976ED3A6E585}" srcOrd="7" destOrd="0" parTransId="{A8E7EED3-10E6-4D58-A897-1077A8A743BF}" sibTransId="{BCC1BA83-A7DF-4BBB-9064-151DF8EAF0A3}"/>
    <dgm:cxn modelId="{368117C4-AEC9-4D6F-89DA-4D965BDF9EBA}" type="presOf" srcId="{96F7BEE8-29B2-4DF6-934B-666987DEB268}" destId="{06F2FB9A-1016-4E0C-90AE-865E26014295}" srcOrd="0" destOrd="0" presId="urn:microsoft.com/office/officeart/2008/layout/LinedList"/>
    <dgm:cxn modelId="{A3E3EDCF-3C5D-4719-9893-EA10D16CC70C}" type="presOf" srcId="{1EDD4F0D-1FAA-4940-8B7F-4F3E791E14DB}" destId="{BCC12109-EF3F-4809-8E79-F9D886659046}" srcOrd="0" destOrd="0" presId="urn:microsoft.com/office/officeart/2008/layout/LinedList"/>
    <dgm:cxn modelId="{B0EC4AF9-981F-4BB0-8318-C1AED5C8B3BA}" type="presOf" srcId="{7618592C-1CF5-4FF8-98D5-976ED3A6E585}" destId="{3B411F61-0D04-4A00-9E1B-B0DF925BF096}" srcOrd="0" destOrd="0" presId="urn:microsoft.com/office/officeart/2008/layout/LinedList"/>
    <dgm:cxn modelId="{77639300-8C9C-40D7-BE02-B258DB794513}" type="presParOf" srcId="{06F2FB9A-1016-4E0C-90AE-865E26014295}" destId="{9F9ECFEE-9C08-441C-8572-3E1221B382C9}" srcOrd="0" destOrd="0" presId="urn:microsoft.com/office/officeart/2008/layout/LinedList"/>
    <dgm:cxn modelId="{6E12BEC2-1703-4CC5-843D-F9F4DD71115D}" type="presParOf" srcId="{06F2FB9A-1016-4E0C-90AE-865E26014295}" destId="{2FB4FA86-72FB-4BA7-8D3D-016E2A7E2B12}" srcOrd="1" destOrd="0" presId="urn:microsoft.com/office/officeart/2008/layout/LinedList"/>
    <dgm:cxn modelId="{FD7C7848-F983-4FC1-B341-F625A0D3C451}" type="presParOf" srcId="{2FB4FA86-72FB-4BA7-8D3D-016E2A7E2B12}" destId="{48B7566A-1839-4993-B404-3791D182B901}" srcOrd="0" destOrd="0" presId="urn:microsoft.com/office/officeart/2008/layout/LinedList"/>
    <dgm:cxn modelId="{2827D359-6417-48DA-953E-1E9E8134D407}" type="presParOf" srcId="{2FB4FA86-72FB-4BA7-8D3D-016E2A7E2B12}" destId="{DC364CE0-A274-47DA-8FAD-038761D5A667}" srcOrd="1" destOrd="0" presId="urn:microsoft.com/office/officeart/2008/layout/LinedList"/>
    <dgm:cxn modelId="{E1F1D50D-8F44-4F68-9966-725FFFAC1FC6}" type="presParOf" srcId="{06F2FB9A-1016-4E0C-90AE-865E26014295}" destId="{71310DF6-4577-408A-9592-87CBBF6D4B56}" srcOrd="2" destOrd="0" presId="urn:microsoft.com/office/officeart/2008/layout/LinedList"/>
    <dgm:cxn modelId="{53562C36-EAF3-4CFB-B981-2346EABAFFF0}" type="presParOf" srcId="{06F2FB9A-1016-4E0C-90AE-865E26014295}" destId="{09D5B78C-ED09-4EF4-BE55-B3B1DD8F5F4C}" srcOrd="3" destOrd="0" presId="urn:microsoft.com/office/officeart/2008/layout/LinedList"/>
    <dgm:cxn modelId="{671E204F-A890-445E-94B8-55B9231A0852}" type="presParOf" srcId="{09D5B78C-ED09-4EF4-BE55-B3B1DD8F5F4C}" destId="{60647AB8-809A-4527-A551-BFA93F54B43C}" srcOrd="0" destOrd="0" presId="urn:microsoft.com/office/officeart/2008/layout/LinedList"/>
    <dgm:cxn modelId="{6FED7DDD-83F9-4E2F-B954-B3CCD3859590}" type="presParOf" srcId="{09D5B78C-ED09-4EF4-BE55-B3B1DD8F5F4C}" destId="{2EE61294-CC84-4E63-9113-D345F38B5F27}" srcOrd="1" destOrd="0" presId="urn:microsoft.com/office/officeart/2008/layout/LinedList"/>
    <dgm:cxn modelId="{7027C0FE-3D2A-4001-9ED3-0C227810E1E0}" type="presParOf" srcId="{06F2FB9A-1016-4E0C-90AE-865E26014295}" destId="{E13EE0D1-6056-4876-B6E6-4DCBD9467626}" srcOrd="4" destOrd="0" presId="urn:microsoft.com/office/officeart/2008/layout/LinedList"/>
    <dgm:cxn modelId="{933D0A45-5421-48E1-A67C-0061094D2460}" type="presParOf" srcId="{06F2FB9A-1016-4E0C-90AE-865E26014295}" destId="{AB4140B5-AAEE-4BE7-8495-77E39A8C069E}" srcOrd="5" destOrd="0" presId="urn:microsoft.com/office/officeart/2008/layout/LinedList"/>
    <dgm:cxn modelId="{BA472683-8A56-4C16-91C2-5F864EAA09A2}" type="presParOf" srcId="{AB4140B5-AAEE-4BE7-8495-77E39A8C069E}" destId="{9D56B1B6-4DEA-4614-A01B-86218FB8531E}" srcOrd="0" destOrd="0" presId="urn:microsoft.com/office/officeart/2008/layout/LinedList"/>
    <dgm:cxn modelId="{CA9CBA8C-AEAD-4748-9BA4-20C8ECFE95FF}" type="presParOf" srcId="{AB4140B5-AAEE-4BE7-8495-77E39A8C069E}" destId="{649C576B-679B-400C-950F-3D0BC83AB28A}" srcOrd="1" destOrd="0" presId="urn:microsoft.com/office/officeart/2008/layout/LinedList"/>
    <dgm:cxn modelId="{99B09A4F-BADB-4A5F-9A09-B3ADF539385A}" type="presParOf" srcId="{06F2FB9A-1016-4E0C-90AE-865E26014295}" destId="{7FA8AC4D-7E5C-4AAC-858C-DA4833C563F0}" srcOrd="6" destOrd="0" presId="urn:microsoft.com/office/officeart/2008/layout/LinedList"/>
    <dgm:cxn modelId="{8D2AED91-3BAF-408A-B73C-2FE2CBD7105A}" type="presParOf" srcId="{06F2FB9A-1016-4E0C-90AE-865E26014295}" destId="{E413800E-A6C8-4A64-ACBF-DA0F12498D33}" srcOrd="7" destOrd="0" presId="urn:microsoft.com/office/officeart/2008/layout/LinedList"/>
    <dgm:cxn modelId="{CC69BAA0-7C26-47B3-8F2F-D14D3C45A497}" type="presParOf" srcId="{E413800E-A6C8-4A64-ACBF-DA0F12498D33}" destId="{472A22C0-C77C-4896-BB68-87E30EA51F10}" srcOrd="0" destOrd="0" presId="urn:microsoft.com/office/officeart/2008/layout/LinedList"/>
    <dgm:cxn modelId="{34311A2A-9773-4A62-B65E-7489A59C8565}" type="presParOf" srcId="{E413800E-A6C8-4A64-ACBF-DA0F12498D33}" destId="{0618D3B1-A03B-420B-8121-2C157A1AB608}" srcOrd="1" destOrd="0" presId="urn:microsoft.com/office/officeart/2008/layout/LinedList"/>
    <dgm:cxn modelId="{EAFCF882-A981-4DFE-815C-50E2C95601EB}" type="presParOf" srcId="{06F2FB9A-1016-4E0C-90AE-865E26014295}" destId="{A7B8279B-BE9D-43DE-A05C-18DCAB6DE4F2}" srcOrd="8" destOrd="0" presId="urn:microsoft.com/office/officeart/2008/layout/LinedList"/>
    <dgm:cxn modelId="{2D39B4B0-C711-43E3-AE77-3E374DD98D3A}" type="presParOf" srcId="{06F2FB9A-1016-4E0C-90AE-865E26014295}" destId="{994CD34A-3EC3-4192-BD9E-72CA21D668A3}" srcOrd="9" destOrd="0" presId="urn:microsoft.com/office/officeart/2008/layout/LinedList"/>
    <dgm:cxn modelId="{E851DE5C-881C-492F-85B6-C8ACCE3E89B1}" type="presParOf" srcId="{994CD34A-3EC3-4192-BD9E-72CA21D668A3}" destId="{ED3135BC-508F-42C0-BD6E-333D688844BB}" srcOrd="0" destOrd="0" presId="urn:microsoft.com/office/officeart/2008/layout/LinedList"/>
    <dgm:cxn modelId="{144B0632-1DA0-4C83-9B36-36E22B3DC335}" type="presParOf" srcId="{994CD34A-3EC3-4192-BD9E-72CA21D668A3}" destId="{BD9A019D-3699-4941-AB0B-02090569BE31}" srcOrd="1" destOrd="0" presId="urn:microsoft.com/office/officeart/2008/layout/LinedList"/>
    <dgm:cxn modelId="{6AD4FCC9-6753-42B4-BB83-F76324AD8838}" type="presParOf" srcId="{06F2FB9A-1016-4E0C-90AE-865E26014295}" destId="{BBE78A0E-65C0-4309-97F8-8C98F2D6FBFD}" srcOrd="10" destOrd="0" presId="urn:microsoft.com/office/officeart/2008/layout/LinedList"/>
    <dgm:cxn modelId="{21A573A3-299D-402F-B7D8-13CFF73ECF64}" type="presParOf" srcId="{06F2FB9A-1016-4E0C-90AE-865E26014295}" destId="{EE204E07-1D8D-4873-94B9-7A8016A143ED}" srcOrd="11" destOrd="0" presId="urn:microsoft.com/office/officeart/2008/layout/LinedList"/>
    <dgm:cxn modelId="{2537F88A-0A40-40C6-AC1E-26608BDFFE34}" type="presParOf" srcId="{EE204E07-1D8D-4873-94B9-7A8016A143ED}" destId="{BCC12109-EF3F-4809-8E79-F9D886659046}" srcOrd="0" destOrd="0" presId="urn:microsoft.com/office/officeart/2008/layout/LinedList"/>
    <dgm:cxn modelId="{BF4B94E2-E609-45E7-B06F-85CC5B558DF5}" type="presParOf" srcId="{EE204E07-1D8D-4873-94B9-7A8016A143ED}" destId="{90DB3E64-29B3-446A-8EB2-7BD8694CA62C}" srcOrd="1" destOrd="0" presId="urn:microsoft.com/office/officeart/2008/layout/LinedList"/>
    <dgm:cxn modelId="{A4FC08F3-DB09-4221-83BC-7A1B116B2ED1}" type="presParOf" srcId="{06F2FB9A-1016-4E0C-90AE-865E26014295}" destId="{874E4642-8B3E-4DB7-865E-28A9C8CAE2B2}" srcOrd="12" destOrd="0" presId="urn:microsoft.com/office/officeart/2008/layout/LinedList"/>
    <dgm:cxn modelId="{24946335-B2FE-443A-9DDF-F94025EE4FCB}" type="presParOf" srcId="{06F2FB9A-1016-4E0C-90AE-865E26014295}" destId="{0BD0DBA8-79E4-4E1E-8BED-6DB0B9608EBD}" srcOrd="13" destOrd="0" presId="urn:microsoft.com/office/officeart/2008/layout/LinedList"/>
    <dgm:cxn modelId="{2BEF9315-01B0-4AE8-909E-FDB1E3766273}" type="presParOf" srcId="{0BD0DBA8-79E4-4E1E-8BED-6DB0B9608EBD}" destId="{3A3A6E1A-EF1F-4315-89D0-BB32F4FA7C82}" srcOrd="0" destOrd="0" presId="urn:microsoft.com/office/officeart/2008/layout/LinedList"/>
    <dgm:cxn modelId="{70726CB5-9BE7-44F7-90C6-169C56D6C65D}" type="presParOf" srcId="{0BD0DBA8-79E4-4E1E-8BED-6DB0B9608EBD}" destId="{2E13874D-1E48-4FED-A789-51615249FB28}" srcOrd="1" destOrd="0" presId="urn:microsoft.com/office/officeart/2008/layout/LinedList"/>
    <dgm:cxn modelId="{2E08CDFA-DF1C-4C12-B3C3-A35388F1DAA4}" type="presParOf" srcId="{06F2FB9A-1016-4E0C-90AE-865E26014295}" destId="{4B11DA87-FC22-4A32-AFE0-64F397530A8B}" srcOrd="14" destOrd="0" presId="urn:microsoft.com/office/officeart/2008/layout/LinedList"/>
    <dgm:cxn modelId="{D6B2DFE8-51F7-4BF3-AEF3-A466CA693B78}" type="presParOf" srcId="{06F2FB9A-1016-4E0C-90AE-865E26014295}" destId="{A93F94BD-1ED5-412C-805D-70BD19C9048A}" srcOrd="15" destOrd="0" presId="urn:microsoft.com/office/officeart/2008/layout/LinedList"/>
    <dgm:cxn modelId="{C946A124-13DD-4558-A98E-EA50CE03D51A}" type="presParOf" srcId="{A93F94BD-1ED5-412C-805D-70BD19C9048A}" destId="{3B411F61-0D04-4A00-9E1B-B0DF925BF096}" srcOrd="0" destOrd="0" presId="urn:microsoft.com/office/officeart/2008/layout/LinedList"/>
    <dgm:cxn modelId="{BD9E87D4-B61A-4E4F-A1F8-8CB810F4D54F}" type="presParOf" srcId="{A93F94BD-1ED5-412C-805D-70BD19C9048A}" destId="{BDF846DD-96F3-456D-93BB-4ED41B8AF02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6F7BEE8-29B2-4DF6-934B-666987DEB268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57B70E-9C4C-4E7E-9613-05021A177EB3}">
      <dgm:prSet custT="1"/>
      <dgm:spPr/>
      <dgm:t>
        <a:bodyPr/>
        <a:lstStyle/>
        <a:p>
          <a:r>
            <a:rPr lang="es-ES" sz="1600" b="0" dirty="0"/>
            <a:t>1. Acceso</a:t>
          </a:r>
          <a:endParaRPr lang="en-US" sz="1600" b="0" dirty="0"/>
        </a:p>
      </dgm:t>
    </dgm:pt>
    <dgm:pt modelId="{51EA5FDF-2601-4EF5-BAB1-71E06732EAB8}" type="parTrans" cxnId="{60194E8C-1CB1-4AFB-9BBC-B2ACD2774F3A}">
      <dgm:prSet/>
      <dgm:spPr/>
      <dgm:t>
        <a:bodyPr/>
        <a:lstStyle/>
        <a:p>
          <a:endParaRPr lang="en-US" sz="1600" b="0"/>
        </a:p>
      </dgm:t>
    </dgm:pt>
    <dgm:pt modelId="{97D4128F-1D4A-4259-8947-82A6B4894ED2}" type="sibTrans" cxnId="{60194E8C-1CB1-4AFB-9BBC-B2ACD2774F3A}">
      <dgm:prSet/>
      <dgm:spPr/>
      <dgm:t>
        <a:bodyPr/>
        <a:lstStyle/>
        <a:p>
          <a:endParaRPr lang="en-US" sz="1600" b="0"/>
        </a:p>
      </dgm:t>
    </dgm:pt>
    <dgm:pt modelId="{78CC035F-57DD-4D64-8DC9-1C9F200F06DA}">
      <dgm:prSet custT="1"/>
      <dgm:spPr/>
      <dgm:t>
        <a:bodyPr/>
        <a:lstStyle/>
        <a:p>
          <a:r>
            <a:rPr lang="en-US" sz="1600" b="0" dirty="0"/>
            <a:t>2. Ejecución</a:t>
          </a:r>
        </a:p>
      </dgm:t>
    </dgm:pt>
    <dgm:pt modelId="{ED96E218-C002-4650-A80F-36AD4A2A66EA}" type="parTrans" cxnId="{B38D0C32-4D8D-4E7F-9421-D4C616E1B474}">
      <dgm:prSet/>
      <dgm:spPr/>
      <dgm:t>
        <a:bodyPr/>
        <a:lstStyle/>
        <a:p>
          <a:endParaRPr lang="es-ES" sz="1600" b="0"/>
        </a:p>
      </dgm:t>
    </dgm:pt>
    <dgm:pt modelId="{BC4FBB2A-29A9-4475-99FC-F8E9F6026F5B}" type="sibTrans" cxnId="{B38D0C32-4D8D-4E7F-9421-D4C616E1B474}">
      <dgm:prSet/>
      <dgm:spPr/>
      <dgm:t>
        <a:bodyPr/>
        <a:lstStyle/>
        <a:p>
          <a:endParaRPr lang="es-ES" sz="1600" b="0"/>
        </a:p>
      </dgm:t>
    </dgm:pt>
    <dgm:pt modelId="{C0783BFF-D43E-4F14-8266-B8724C0E9FAB}">
      <dgm:prSet custT="1"/>
      <dgm:spPr/>
      <dgm:t>
        <a:bodyPr/>
        <a:lstStyle/>
        <a:p>
          <a:r>
            <a:rPr lang="en-US" sz="1600" b="0" dirty="0"/>
            <a:t>3. </a:t>
          </a:r>
          <a:r>
            <a:rPr lang="en-US" sz="1600" b="0" dirty="0" err="1"/>
            <a:t>Persistencia</a:t>
          </a:r>
          <a:endParaRPr lang="en-US" sz="1600" b="0" dirty="0"/>
        </a:p>
      </dgm:t>
    </dgm:pt>
    <dgm:pt modelId="{22DD8029-37EC-4FFD-BEA6-2BCF5480A6A8}" type="parTrans" cxnId="{1F557C24-13B3-4D9A-B191-95DAF7F606C2}">
      <dgm:prSet/>
      <dgm:spPr/>
      <dgm:t>
        <a:bodyPr/>
        <a:lstStyle/>
        <a:p>
          <a:endParaRPr lang="es-ES" sz="1600" b="0"/>
        </a:p>
      </dgm:t>
    </dgm:pt>
    <dgm:pt modelId="{B5949FC4-1FF8-477E-90BC-18E639EC77B4}" type="sibTrans" cxnId="{1F557C24-13B3-4D9A-B191-95DAF7F606C2}">
      <dgm:prSet/>
      <dgm:spPr/>
      <dgm:t>
        <a:bodyPr/>
        <a:lstStyle/>
        <a:p>
          <a:endParaRPr lang="es-ES" sz="1600" b="0"/>
        </a:p>
      </dgm:t>
    </dgm:pt>
    <dgm:pt modelId="{654C1C08-0114-4FAB-A07D-3F314DAE67A4}">
      <dgm:prSet custT="1"/>
      <dgm:spPr/>
      <dgm:t>
        <a:bodyPr/>
        <a:lstStyle/>
        <a:p>
          <a:r>
            <a:rPr lang="en-US" sz="1600" b="0" dirty="0"/>
            <a:t>4. </a:t>
          </a:r>
          <a:r>
            <a:rPr lang="en-US" sz="1600" b="0" dirty="0" err="1"/>
            <a:t>Escalada</a:t>
          </a:r>
          <a:r>
            <a:rPr lang="en-US" sz="1600" b="0" dirty="0"/>
            <a:t> de </a:t>
          </a:r>
          <a:r>
            <a:rPr lang="en-US" sz="1600" b="0" dirty="0" err="1"/>
            <a:t>privilegios</a:t>
          </a:r>
          <a:endParaRPr lang="en-US" sz="1600" b="0" dirty="0"/>
        </a:p>
      </dgm:t>
    </dgm:pt>
    <dgm:pt modelId="{11D22B56-1AA7-422C-A24B-58A286254465}" type="parTrans" cxnId="{BA8AE00C-F435-46AA-A0BC-A9E43AD06B75}">
      <dgm:prSet/>
      <dgm:spPr/>
      <dgm:t>
        <a:bodyPr/>
        <a:lstStyle/>
        <a:p>
          <a:endParaRPr lang="es-ES" sz="1600" b="0"/>
        </a:p>
      </dgm:t>
    </dgm:pt>
    <dgm:pt modelId="{444A4A13-4957-463A-94D4-06B9431340F0}" type="sibTrans" cxnId="{BA8AE00C-F435-46AA-A0BC-A9E43AD06B75}">
      <dgm:prSet/>
      <dgm:spPr/>
      <dgm:t>
        <a:bodyPr/>
        <a:lstStyle/>
        <a:p>
          <a:endParaRPr lang="es-ES" sz="1600" b="0"/>
        </a:p>
      </dgm:t>
    </dgm:pt>
    <dgm:pt modelId="{1EDD4F0D-1FAA-4940-8B7F-4F3E791E14DB}">
      <dgm:prSet custT="1"/>
      <dgm:spPr/>
      <dgm:t>
        <a:bodyPr/>
        <a:lstStyle/>
        <a:p>
          <a:r>
            <a:rPr lang="en-US" sz="1600" b="0" dirty="0"/>
            <a:t>5. </a:t>
          </a:r>
          <a:r>
            <a:rPr lang="en-US" sz="1600" b="0" dirty="0" err="1"/>
            <a:t>Evasión</a:t>
          </a:r>
          <a:r>
            <a:rPr lang="en-US" sz="1600" b="0" dirty="0"/>
            <a:t> de </a:t>
          </a:r>
          <a:r>
            <a:rPr lang="en-US" sz="1600" b="0" dirty="0" err="1"/>
            <a:t>defensas</a:t>
          </a:r>
          <a:endParaRPr lang="en-US" sz="1600" b="0" dirty="0"/>
        </a:p>
      </dgm:t>
    </dgm:pt>
    <dgm:pt modelId="{75FCE928-C729-4DBA-B1D5-900DCF6C2C07}" type="parTrans" cxnId="{52B89719-CCD6-4C73-BE4F-4F60D3E5F529}">
      <dgm:prSet/>
      <dgm:spPr/>
      <dgm:t>
        <a:bodyPr/>
        <a:lstStyle/>
        <a:p>
          <a:endParaRPr lang="es-ES" sz="1600" b="0"/>
        </a:p>
      </dgm:t>
    </dgm:pt>
    <dgm:pt modelId="{135D99F5-8DCC-4FF3-BDC0-53B12BF106B4}" type="sibTrans" cxnId="{52B89719-CCD6-4C73-BE4F-4F60D3E5F529}">
      <dgm:prSet/>
      <dgm:spPr/>
      <dgm:t>
        <a:bodyPr/>
        <a:lstStyle/>
        <a:p>
          <a:endParaRPr lang="es-ES" sz="1600" b="0"/>
        </a:p>
      </dgm:t>
    </dgm:pt>
    <dgm:pt modelId="{67060003-CE09-4747-9B25-42C4FB3C9875}">
      <dgm:prSet custT="1"/>
      <dgm:spPr/>
      <dgm:t>
        <a:bodyPr/>
        <a:lstStyle/>
        <a:p>
          <a:r>
            <a:rPr lang="en-US" sz="1600" b="1" dirty="0"/>
            <a:t>6. </a:t>
          </a:r>
          <a:r>
            <a:rPr lang="en-US" sz="1600" b="1" dirty="0" err="1"/>
            <a:t>Acceso</a:t>
          </a:r>
          <a:r>
            <a:rPr lang="en-US" sz="1600" b="1" dirty="0"/>
            <a:t> a </a:t>
          </a:r>
          <a:r>
            <a:rPr lang="en-US" sz="1600" b="1" dirty="0" err="1"/>
            <a:t>credenciales</a:t>
          </a:r>
          <a:endParaRPr lang="en-US" sz="1600" b="1" dirty="0"/>
        </a:p>
      </dgm:t>
    </dgm:pt>
    <dgm:pt modelId="{BA6AFD20-9C5E-485A-B7EB-15AF5C662983}" type="parTrans" cxnId="{74007B36-8FF8-454E-81FB-08D6BE501D40}">
      <dgm:prSet/>
      <dgm:spPr/>
      <dgm:t>
        <a:bodyPr/>
        <a:lstStyle/>
        <a:p>
          <a:endParaRPr lang="es-ES" sz="1600" b="0"/>
        </a:p>
      </dgm:t>
    </dgm:pt>
    <dgm:pt modelId="{A230014F-BDA1-437E-973F-9C4170E8BC20}" type="sibTrans" cxnId="{74007B36-8FF8-454E-81FB-08D6BE501D40}">
      <dgm:prSet/>
      <dgm:spPr/>
      <dgm:t>
        <a:bodyPr/>
        <a:lstStyle/>
        <a:p>
          <a:endParaRPr lang="es-ES" sz="1600" b="0"/>
        </a:p>
      </dgm:t>
    </dgm:pt>
    <dgm:pt modelId="{7618592C-1CF5-4FF8-98D5-976ED3A6E585}">
      <dgm:prSet custT="1"/>
      <dgm:spPr/>
      <dgm:t>
        <a:bodyPr/>
        <a:lstStyle/>
        <a:p>
          <a:r>
            <a:rPr lang="en-US" sz="1600" b="0" dirty="0"/>
            <a:t>7. </a:t>
          </a:r>
          <a:r>
            <a:rPr lang="en-US" sz="1600" b="0" dirty="0" err="1"/>
            <a:t>Descubrimiento</a:t>
          </a:r>
          <a:endParaRPr lang="en-US" sz="1600" b="0" dirty="0"/>
        </a:p>
      </dgm:t>
    </dgm:pt>
    <dgm:pt modelId="{A8E7EED3-10E6-4D58-A897-1077A8A743BF}" type="parTrans" cxnId="{3132F2B5-40CC-4B9D-97C9-0EC726371431}">
      <dgm:prSet/>
      <dgm:spPr/>
      <dgm:t>
        <a:bodyPr/>
        <a:lstStyle/>
        <a:p>
          <a:endParaRPr lang="es-ES" sz="1600" b="0"/>
        </a:p>
      </dgm:t>
    </dgm:pt>
    <dgm:pt modelId="{BCC1BA83-A7DF-4BBB-9064-151DF8EAF0A3}" type="sibTrans" cxnId="{3132F2B5-40CC-4B9D-97C9-0EC726371431}">
      <dgm:prSet/>
      <dgm:spPr/>
      <dgm:t>
        <a:bodyPr/>
        <a:lstStyle/>
        <a:p>
          <a:endParaRPr lang="es-ES" sz="1600" b="0"/>
        </a:p>
      </dgm:t>
    </dgm:pt>
    <dgm:pt modelId="{CFBE791E-90E5-4D36-B019-A10030816DF1}">
      <dgm:prSet custT="1"/>
      <dgm:spPr/>
      <dgm:t>
        <a:bodyPr/>
        <a:lstStyle/>
        <a:p>
          <a:r>
            <a:rPr lang="en-US" sz="1600" b="0" dirty="0"/>
            <a:t>8. </a:t>
          </a:r>
          <a:r>
            <a:rPr lang="en-US" sz="1600" b="0" dirty="0" err="1"/>
            <a:t>Movimiento</a:t>
          </a:r>
          <a:r>
            <a:rPr lang="en-US" sz="1600" b="0" dirty="0"/>
            <a:t> lateral</a:t>
          </a:r>
        </a:p>
      </dgm:t>
    </dgm:pt>
    <dgm:pt modelId="{9A87F663-13BE-4EFC-8D71-80DD6EC5525F}" type="parTrans" cxnId="{43D8F0A9-DF3C-46C5-ACD3-CB9607E017FC}">
      <dgm:prSet/>
      <dgm:spPr/>
      <dgm:t>
        <a:bodyPr/>
        <a:lstStyle/>
        <a:p>
          <a:endParaRPr lang="es-ES" sz="1600" b="0"/>
        </a:p>
      </dgm:t>
    </dgm:pt>
    <dgm:pt modelId="{CA8147DA-5794-434E-9AFD-1780363E99FD}" type="sibTrans" cxnId="{43D8F0A9-DF3C-46C5-ACD3-CB9607E017FC}">
      <dgm:prSet/>
      <dgm:spPr/>
      <dgm:t>
        <a:bodyPr/>
        <a:lstStyle/>
        <a:p>
          <a:endParaRPr lang="es-ES" sz="1600" b="0"/>
        </a:p>
      </dgm:t>
    </dgm:pt>
    <dgm:pt modelId="{4D7E6CAC-4CF2-4870-B95D-C6678AA2B4B9}">
      <dgm:prSet custT="1"/>
      <dgm:spPr/>
      <dgm:t>
        <a:bodyPr/>
        <a:lstStyle/>
        <a:p>
          <a:r>
            <a:rPr lang="en-US" sz="1600" b="1" dirty="0"/>
            <a:t>9. </a:t>
          </a:r>
          <a:r>
            <a:rPr lang="en-US" sz="1600" b="1" dirty="0" err="1"/>
            <a:t>Recolección</a:t>
          </a:r>
          <a:r>
            <a:rPr lang="en-US" sz="1600" b="1" dirty="0"/>
            <a:t> y </a:t>
          </a:r>
          <a:r>
            <a:rPr lang="en-US" sz="1600" b="1" dirty="0" err="1"/>
            <a:t>exfiltración</a:t>
          </a:r>
          <a:endParaRPr lang="en-US" sz="1600" b="1" dirty="0"/>
        </a:p>
      </dgm:t>
    </dgm:pt>
    <dgm:pt modelId="{636AFE82-0AE9-421E-8F74-CFD370CF462D}" type="parTrans" cxnId="{0BC75E58-2BF7-46F2-9144-BA0ADDF85AA1}">
      <dgm:prSet/>
      <dgm:spPr/>
      <dgm:t>
        <a:bodyPr/>
        <a:lstStyle/>
        <a:p>
          <a:endParaRPr lang="es-ES" sz="1600" b="0"/>
        </a:p>
      </dgm:t>
    </dgm:pt>
    <dgm:pt modelId="{14E802D0-AB68-4058-8630-BC8EBA88D4EC}" type="sibTrans" cxnId="{0BC75E58-2BF7-46F2-9144-BA0ADDF85AA1}">
      <dgm:prSet/>
      <dgm:spPr/>
      <dgm:t>
        <a:bodyPr/>
        <a:lstStyle/>
        <a:p>
          <a:endParaRPr lang="es-ES" sz="1600" b="0"/>
        </a:p>
      </dgm:t>
    </dgm:pt>
    <dgm:pt modelId="{2365C4B1-F686-4495-9462-3F5D1B42CEC3}">
      <dgm:prSet custT="1"/>
      <dgm:spPr/>
      <dgm:t>
        <a:bodyPr/>
        <a:lstStyle/>
        <a:p>
          <a:r>
            <a:rPr lang="en-US" sz="1600" b="0" dirty="0"/>
            <a:t>10. </a:t>
          </a:r>
          <a:r>
            <a:rPr lang="en-US" sz="1600" b="0" dirty="0" err="1"/>
            <a:t>Comando</a:t>
          </a:r>
          <a:r>
            <a:rPr lang="en-US" sz="1600" b="0" dirty="0"/>
            <a:t> y Control</a:t>
          </a:r>
        </a:p>
      </dgm:t>
    </dgm:pt>
    <dgm:pt modelId="{5B90F09E-77BF-4F74-BE27-A7A6924FC2FA}" type="parTrans" cxnId="{CD7E204E-6DE0-4348-A990-1A38C96356DD}">
      <dgm:prSet/>
      <dgm:spPr/>
      <dgm:t>
        <a:bodyPr/>
        <a:lstStyle/>
        <a:p>
          <a:endParaRPr lang="es-ES" sz="1600" b="0"/>
        </a:p>
      </dgm:t>
    </dgm:pt>
    <dgm:pt modelId="{F3270241-0E5F-4C89-A11D-0B586CC02B03}" type="sibTrans" cxnId="{CD7E204E-6DE0-4348-A990-1A38C96356DD}">
      <dgm:prSet/>
      <dgm:spPr/>
      <dgm:t>
        <a:bodyPr/>
        <a:lstStyle/>
        <a:p>
          <a:endParaRPr lang="es-ES" sz="1600" b="0"/>
        </a:p>
      </dgm:t>
    </dgm:pt>
    <dgm:pt modelId="{6C20D28D-73E8-4664-B68F-2A7BD0A125B7}">
      <dgm:prSet custT="1"/>
      <dgm:spPr/>
      <dgm:t>
        <a:bodyPr/>
        <a:lstStyle/>
        <a:p>
          <a:pPr algn="ctr"/>
          <a:r>
            <a:rPr lang="en-US" sz="1600" b="1" dirty="0"/>
            <a:t>MITRE ATT&amp;CK</a:t>
          </a:r>
        </a:p>
      </dgm:t>
    </dgm:pt>
    <dgm:pt modelId="{62588741-7036-4D2B-9E28-A3CE79A80989}" type="parTrans" cxnId="{8ED97B46-D03F-43BA-A3B0-16C0546ABE37}">
      <dgm:prSet/>
      <dgm:spPr/>
      <dgm:t>
        <a:bodyPr/>
        <a:lstStyle/>
        <a:p>
          <a:endParaRPr lang="es-ES" sz="1600"/>
        </a:p>
      </dgm:t>
    </dgm:pt>
    <dgm:pt modelId="{CDD1F605-CC75-4F17-9525-7D76DE918558}" type="sibTrans" cxnId="{8ED97B46-D03F-43BA-A3B0-16C0546ABE37}">
      <dgm:prSet/>
      <dgm:spPr/>
      <dgm:t>
        <a:bodyPr/>
        <a:lstStyle/>
        <a:p>
          <a:endParaRPr lang="es-ES" sz="1600"/>
        </a:p>
      </dgm:t>
    </dgm:pt>
    <dgm:pt modelId="{06F2FB9A-1016-4E0C-90AE-865E26014295}" type="pres">
      <dgm:prSet presAssocID="{96F7BEE8-29B2-4DF6-934B-666987DEB268}" presName="vert0" presStyleCnt="0">
        <dgm:presLayoutVars>
          <dgm:dir/>
          <dgm:animOne val="branch"/>
          <dgm:animLvl val="lvl"/>
        </dgm:presLayoutVars>
      </dgm:prSet>
      <dgm:spPr/>
    </dgm:pt>
    <dgm:pt modelId="{9F9ECFEE-9C08-441C-8572-3E1221B382C9}" type="pres">
      <dgm:prSet presAssocID="{6C20D28D-73E8-4664-B68F-2A7BD0A125B7}" presName="thickLine" presStyleLbl="alignNode1" presStyleIdx="0" presStyleCnt="11"/>
      <dgm:spPr/>
    </dgm:pt>
    <dgm:pt modelId="{2FB4FA86-72FB-4BA7-8D3D-016E2A7E2B12}" type="pres">
      <dgm:prSet presAssocID="{6C20D28D-73E8-4664-B68F-2A7BD0A125B7}" presName="horz1" presStyleCnt="0"/>
      <dgm:spPr/>
    </dgm:pt>
    <dgm:pt modelId="{48B7566A-1839-4993-B404-3791D182B901}" type="pres">
      <dgm:prSet presAssocID="{6C20D28D-73E8-4664-B68F-2A7BD0A125B7}" presName="tx1" presStyleLbl="revTx" presStyleIdx="0" presStyleCnt="11"/>
      <dgm:spPr/>
    </dgm:pt>
    <dgm:pt modelId="{DC364CE0-A274-47DA-8FAD-038761D5A667}" type="pres">
      <dgm:prSet presAssocID="{6C20D28D-73E8-4664-B68F-2A7BD0A125B7}" presName="vert1" presStyleCnt="0"/>
      <dgm:spPr/>
    </dgm:pt>
    <dgm:pt modelId="{71310DF6-4577-408A-9592-87CBBF6D4B56}" type="pres">
      <dgm:prSet presAssocID="{3B57B70E-9C4C-4E7E-9613-05021A177EB3}" presName="thickLine" presStyleLbl="alignNode1" presStyleIdx="1" presStyleCnt="11"/>
      <dgm:spPr/>
    </dgm:pt>
    <dgm:pt modelId="{09D5B78C-ED09-4EF4-BE55-B3B1DD8F5F4C}" type="pres">
      <dgm:prSet presAssocID="{3B57B70E-9C4C-4E7E-9613-05021A177EB3}" presName="horz1" presStyleCnt="0"/>
      <dgm:spPr/>
    </dgm:pt>
    <dgm:pt modelId="{60647AB8-809A-4527-A551-BFA93F54B43C}" type="pres">
      <dgm:prSet presAssocID="{3B57B70E-9C4C-4E7E-9613-05021A177EB3}" presName="tx1" presStyleLbl="revTx" presStyleIdx="1" presStyleCnt="11"/>
      <dgm:spPr/>
    </dgm:pt>
    <dgm:pt modelId="{2EE61294-CC84-4E63-9113-D345F38B5F27}" type="pres">
      <dgm:prSet presAssocID="{3B57B70E-9C4C-4E7E-9613-05021A177EB3}" presName="vert1" presStyleCnt="0"/>
      <dgm:spPr/>
    </dgm:pt>
    <dgm:pt modelId="{E13EE0D1-6056-4876-B6E6-4DCBD9467626}" type="pres">
      <dgm:prSet presAssocID="{78CC035F-57DD-4D64-8DC9-1C9F200F06DA}" presName="thickLine" presStyleLbl="alignNode1" presStyleIdx="2" presStyleCnt="11"/>
      <dgm:spPr/>
    </dgm:pt>
    <dgm:pt modelId="{AB4140B5-AAEE-4BE7-8495-77E39A8C069E}" type="pres">
      <dgm:prSet presAssocID="{78CC035F-57DD-4D64-8DC9-1C9F200F06DA}" presName="horz1" presStyleCnt="0"/>
      <dgm:spPr/>
    </dgm:pt>
    <dgm:pt modelId="{9D56B1B6-4DEA-4614-A01B-86218FB8531E}" type="pres">
      <dgm:prSet presAssocID="{78CC035F-57DD-4D64-8DC9-1C9F200F06DA}" presName="tx1" presStyleLbl="revTx" presStyleIdx="2" presStyleCnt="11"/>
      <dgm:spPr/>
    </dgm:pt>
    <dgm:pt modelId="{649C576B-679B-400C-950F-3D0BC83AB28A}" type="pres">
      <dgm:prSet presAssocID="{78CC035F-57DD-4D64-8DC9-1C9F200F06DA}" presName="vert1" presStyleCnt="0"/>
      <dgm:spPr/>
    </dgm:pt>
    <dgm:pt modelId="{7FA8AC4D-7E5C-4AAC-858C-DA4833C563F0}" type="pres">
      <dgm:prSet presAssocID="{C0783BFF-D43E-4F14-8266-B8724C0E9FAB}" presName="thickLine" presStyleLbl="alignNode1" presStyleIdx="3" presStyleCnt="11"/>
      <dgm:spPr/>
    </dgm:pt>
    <dgm:pt modelId="{E413800E-A6C8-4A64-ACBF-DA0F12498D33}" type="pres">
      <dgm:prSet presAssocID="{C0783BFF-D43E-4F14-8266-B8724C0E9FAB}" presName="horz1" presStyleCnt="0"/>
      <dgm:spPr/>
    </dgm:pt>
    <dgm:pt modelId="{472A22C0-C77C-4896-BB68-87E30EA51F10}" type="pres">
      <dgm:prSet presAssocID="{C0783BFF-D43E-4F14-8266-B8724C0E9FAB}" presName="tx1" presStyleLbl="revTx" presStyleIdx="3" presStyleCnt="11"/>
      <dgm:spPr/>
    </dgm:pt>
    <dgm:pt modelId="{0618D3B1-A03B-420B-8121-2C157A1AB608}" type="pres">
      <dgm:prSet presAssocID="{C0783BFF-D43E-4F14-8266-B8724C0E9FAB}" presName="vert1" presStyleCnt="0"/>
      <dgm:spPr/>
    </dgm:pt>
    <dgm:pt modelId="{A7B8279B-BE9D-43DE-A05C-18DCAB6DE4F2}" type="pres">
      <dgm:prSet presAssocID="{654C1C08-0114-4FAB-A07D-3F314DAE67A4}" presName="thickLine" presStyleLbl="alignNode1" presStyleIdx="4" presStyleCnt="11"/>
      <dgm:spPr/>
    </dgm:pt>
    <dgm:pt modelId="{994CD34A-3EC3-4192-BD9E-72CA21D668A3}" type="pres">
      <dgm:prSet presAssocID="{654C1C08-0114-4FAB-A07D-3F314DAE67A4}" presName="horz1" presStyleCnt="0"/>
      <dgm:spPr/>
    </dgm:pt>
    <dgm:pt modelId="{ED3135BC-508F-42C0-BD6E-333D688844BB}" type="pres">
      <dgm:prSet presAssocID="{654C1C08-0114-4FAB-A07D-3F314DAE67A4}" presName="tx1" presStyleLbl="revTx" presStyleIdx="4" presStyleCnt="11"/>
      <dgm:spPr/>
    </dgm:pt>
    <dgm:pt modelId="{BD9A019D-3699-4941-AB0B-02090569BE31}" type="pres">
      <dgm:prSet presAssocID="{654C1C08-0114-4FAB-A07D-3F314DAE67A4}" presName="vert1" presStyleCnt="0"/>
      <dgm:spPr/>
    </dgm:pt>
    <dgm:pt modelId="{BBE78A0E-65C0-4309-97F8-8C98F2D6FBFD}" type="pres">
      <dgm:prSet presAssocID="{1EDD4F0D-1FAA-4940-8B7F-4F3E791E14DB}" presName="thickLine" presStyleLbl="alignNode1" presStyleIdx="5" presStyleCnt="11"/>
      <dgm:spPr/>
    </dgm:pt>
    <dgm:pt modelId="{EE204E07-1D8D-4873-94B9-7A8016A143ED}" type="pres">
      <dgm:prSet presAssocID="{1EDD4F0D-1FAA-4940-8B7F-4F3E791E14DB}" presName="horz1" presStyleCnt="0"/>
      <dgm:spPr/>
    </dgm:pt>
    <dgm:pt modelId="{BCC12109-EF3F-4809-8E79-F9D886659046}" type="pres">
      <dgm:prSet presAssocID="{1EDD4F0D-1FAA-4940-8B7F-4F3E791E14DB}" presName="tx1" presStyleLbl="revTx" presStyleIdx="5" presStyleCnt="11"/>
      <dgm:spPr/>
    </dgm:pt>
    <dgm:pt modelId="{90DB3E64-29B3-446A-8EB2-7BD8694CA62C}" type="pres">
      <dgm:prSet presAssocID="{1EDD4F0D-1FAA-4940-8B7F-4F3E791E14DB}" presName="vert1" presStyleCnt="0"/>
      <dgm:spPr/>
    </dgm:pt>
    <dgm:pt modelId="{874E4642-8B3E-4DB7-865E-28A9C8CAE2B2}" type="pres">
      <dgm:prSet presAssocID="{67060003-CE09-4747-9B25-42C4FB3C9875}" presName="thickLine" presStyleLbl="alignNode1" presStyleIdx="6" presStyleCnt="11"/>
      <dgm:spPr/>
    </dgm:pt>
    <dgm:pt modelId="{0BD0DBA8-79E4-4E1E-8BED-6DB0B9608EBD}" type="pres">
      <dgm:prSet presAssocID="{67060003-CE09-4747-9B25-42C4FB3C9875}" presName="horz1" presStyleCnt="0"/>
      <dgm:spPr/>
    </dgm:pt>
    <dgm:pt modelId="{3A3A6E1A-EF1F-4315-89D0-BB32F4FA7C82}" type="pres">
      <dgm:prSet presAssocID="{67060003-CE09-4747-9B25-42C4FB3C9875}" presName="tx1" presStyleLbl="revTx" presStyleIdx="6" presStyleCnt="11"/>
      <dgm:spPr/>
    </dgm:pt>
    <dgm:pt modelId="{2E13874D-1E48-4FED-A789-51615249FB28}" type="pres">
      <dgm:prSet presAssocID="{67060003-CE09-4747-9B25-42C4FB3C9875}" presName="vert1" presStyleCnt="0"/>
      <dgm:spPr/>
    </dgm:pt>
    <dgm:pt modelId="{4B11DA87-FC22-4A32-AFE0-64F397530A8B}" type="pres">
      <dgm:prSet presAssocID="{7618592C-1CF5-4FF8-98D5-976ED3A6E585}" presName="thickLine" presStyleLbl="alignNode1" presStyleIdx="7" presStyleCnt="11"/>
      <dgm:spPr/>
    </dgm:pt>
    <dgm:pt modelId="{A93F94BD-1ED5-412C-805D-70BD19C9048A}" type="pres">
      <dgm:prSet presAssocID="{7618592C-1CF5-4FF8-98D5-976ED3A6E585}" presName="horz1" presStyleCnt="0"/>
      <dgm:spPr/>
    </dgm:pt>
    <dgm:pt modelId="{3B411F61-0D04-4A00-9E1B-B0DF925BF096}" type="pres">
      <dgm:prSet presAssocID="{7618592C-1CF5-4FF8-98D5-976ED3A6E585}" presName="tx1" presStyleLbl="revTx" presStyleIdx="7" presStyleCnt="11"/>
      <dgm:spPr/>
    </dgm:pt>
    <dgm:pt modelId="{BDF846DD-96F3-456D-93BB-4ED41B8AF028}" type="pres">
      <dgm:prSet presAssocID="{7618592C-1CF5-4FF8-98D5-976ED3A6E585}" presName="vert1" presStyleCnt="0"/>
      <dgm:spPr/>
    </dgm:pt>
    <dgm:pt modelId="{A415251E-BE57-49A8-BDC1-79535CFF871C}" type="pres">
      <dgm:prSet presAssocID="{CFBE791E-90E5-4D36-B019-A10030816DF1}" presName="thickLine" presStyleLbl="alignNode1" presStyleIdx="8" presStyleCnt="11"/>
      <dgm:spPr/>
    </dgm:pt>
    <dgm:pt modelId="{A8DF2F4B-2801-46F8-ABF7-67E6A017DC31}" type="pres">
      <dgm:prSet presAssocID="{CFBE791E-90E5-4D36-B019-A10030816DF1}" presName="horz1" presStyleCnt="0"/>
      <dgm:spPr/>
    </dgm:pt>
    <dgm:pt modelId="{7D7C0C81-A43D-4433-B3D6-B6EE14074558}" type="pres">
      <dgm:prSet presAssocID="{CFBE791E-90E5-4D36-B019-A10030816DF1}" presName="tx1" presStyleLbl="revTx" presStyleIdx="8" presStyleCnt="11"/>
      <dgm:spPr/>
    </dgm:pt>
    <dgm:pt modelId="{A7C3B739-9BFC-4650-8B2A-0C5245439528}" type="pres">
      <dgm:prSet presAssocID="{CFBE791E-90E5-4D36-B019-A10030816DF1}" presName="vert1" presStyleCnt="0"/>
      <dgm:spPr/>
    </dgm:pt>
    <dgm:pt modelId="{D87BD805-0391-4043-BBA4-E975B6582153}" type="pres">
      <dgm:prSet presAssocID="{4D7E6CAC-4CF2-4870-B95D-C6678AA2B4B9}" presName="thickLine" presStyleLbl="alignNode1" presStyleIdx="9" presStyleCnt="11"/>
      <dgm:spPr/>
    </dgm:pt>
    <dgm:pt modelId="{87AD65E4-BC8B-4509-A708-4F9F522E27D9}" type="pres">
      <dgm:prSet presAssocID="{4D7E6CAC-4CF2-4870-B95D-C6678AA2B4B9}" presName="horz1" presStyleCnt="0"/>
      <dgm:spPr/>
    </dgm:pt>
    <dgm:pt modelId="{D040EC9F-FCAA-41C1-90AA-E16DEBA8E5A8}" type="pres">
      <dgm:prSet presAssocID="{4D7E6CAC-4CF2-4870-B95D-C6678AA2B4B9}" presName="tx1" presStyleLbl="revTx" presStyleIdx="9" presStyleCnt="11"/>
      <dgm:spPr/>
    </dgm:pt>
    <dgm:pt modelId="{E68FD553-35F9-4638-923B-78B0C8692289}" type="pres">
      <dgm:prSet presAssocID="{4D7E6CAC-4CF2-4870-B95D-C6678AA2B4B9}" presName="vert1" presStyleCnt="0"/>
      <dgm:spPr/>
    </dgm:pt>
    <dgm:pt modelId="{5C53F67B-912C-4379-AF2C-D47AC6E4C32C}" type="pres">
      <dgm:prSet presAssocID="{2365C4B1-F686-4495-9462-3F5D1B42CEC3}" presName="thickLine" presStyleLbl="alignNode1" presStyleIdx="10" presStyleCnt="11"/>
      <dgm:spPr/>
    </dgm:pt>
    <dgm:pt modelId="{C8C1C8E0-FD44-433C-9B6E-88559EC7E5BE}" type="pres">
      <dgm:prSet presAssocID="{2365C4B1-F686-4495-9462-3F5D1B42CEC3}" presName="horz1" presStyleCnt="0"/>
      <dgm:spPr/>
    </dgm:pt>
    <dgm:pt modelId="{81A4BB70-5B6F-4B13-84EE-E73FD09E0174}" type="pres">
      <dgm:prSet presAssocID="{2365C4B1-F686-4495-9462-3F5D1B42CEC3}" presName="tx1" presStyleLbl="revTx" presStyleIdx="10" presStyleCnt="11"/>
      <dgm:spPr/>
    </dgm:pt>
    <dgm:pt modelId="{54FF54A5-CB8F-43C2-92F3-D477A4A9DFCE}" type="pres">
      <dgm:prSet presAssocID="{2365C4B1-F686-4495-9462-3F5D1B42CEC3}" presName="vert1" presStyleCnt="0"/>
      <dgm:spPr/>
    </dgm:pt>
  </dgm:ptLst>
  <dgm:cxnLst>
    <dgm:cxn modelId="{BA8AE00C-F435-46AA-A0BC-A9E43AD06B75}" srcId="{96F7BEE8-29B2-4DF6-934B-666987DEB268}" destId="{654C1C08-0114-4FAB-A07D-3F314DAE67A4}" srcOrd="4" destOrd="0" parTransId="{11D22B56-1AA7-422C-A24B-58A286254465}" sibTransId="{444A4A13-4957-463A-94D4-06B9431340F0}"/>
    <dgm:cxn modelId="{52B89719-CCD6-4C73-BE4F-4F60D3E5F529}" srcId="{96F7BEE8-29B2-4DF6-934B-666987DEB268}" destId="{1EDD4F0D-1FAA-4940-8B7F-4F3E791E14DB}" srcOrd="5" destOrd="0" parTransId="{75FCE928-C729-4DBA-B1D5-900DCF6C2C07}" sibTransId="{135D99F5-8DCC-4FF3-BDC0-53B12BF106B4}"/>
    <dgm:cxn modelId="{1F557C24-13B3-4D9A-B191-95DAF7F606C2}" srcId="{96F7BEE8-29B2-4DF6-934B-666987DEB268}" destId="{C0783BFF-D43E-4F14-8266-B8724C0E9FAB}" srcOrd="3" destOrd="0" parTransId="{22DD8029-37EC-4FFD-BEA6-2BCF5480A6A8}" sibTransId="{B5949FC4-1FF8-477E-90BC-18E639EC77B4}"/>
    <dgm:cxn modelId="{B38D0C32-4D8D-4E7F-9421-D4C616E1B474}" srcId="{96F7BEE8-29B2-4DF6-934B-666987DEB268}" destId="{78CC035F-57DD-4D64-8DC9-1C9F200F06DA}" srcOrd="2" destOrd="0" parTransId="{ED96E218-C002-4650-A80F-36AD4A2A66EA}" sibTransId="{BC4FBB2A-29A9-4475-99FC-F8E9F6026F5B}"/>
    <dgm:cxn modelId="{74007B36-8FF8-454E-81FB-08D6BE501D40}" srcId="{96F7BEE8-29B2-4DF6-934B-666987DEB268}" destId="{67060003-CE09-4747-9B25-42C4FB3C9875}" srcOrd="6" destOrd="0" parTransId="{BA6AFD20-9C5E-485A-B7EB-15AF5C662983}" sibTransId="{A230014F-BDA1-437E-973F-9C4170E8BC20}"/>
    <dgm:cxn modelId="{D6B0C237-FAF3-4656-9D7E-9C2FFCB6B934}" type="presOf" srcId="{654C1C08-0114-4FAB-A07D-3F314DAE67A4}" destId="{ED3135BC-508F-42C0-BD6E-333D688844BB}" srcOrd="0" destOrd="0" presId="urn:microsoft.com/office/officeart/2008/layout/LinedList"/>
    <dgm:cxn modelId="{8ED97B46-D03F-43BA-A3B0-16C0546ABE37}" srcId="{96F7BEE8-29B2-4DF6-934B-666987DEB268}" destId="{6C20D28D-73E8-4664-B68F-2A7BD0A125B7}" srcOrd="0" destOrd="0" parTransId="{62588741-7036-4D2B-9E28-A3CE79A80989}" sibTransId="{CDD1F605-CC75-4F17-9525-7D76DE918558}"/>
    <dgm:cxn modelId="{CD7E204E-6DE0-4348-A990-1A38C96356DD}" srcId="{96F7BEE8-29B2-4DF6-934B-666987DEB268}" destId="{2365C4B1-F686-4495-9462-3F5D1B42CEC3}" srcOrd="10" destOrd="0" parTransId="{5B90F09E-77BF-4F74-BE27-A7A6924FC2FA}" sibTransId="{F3270241-0E5F-4C89-A11D-0B586CC02B03}"/>
    <dgm:cxn modelId="{0BC75E58-2BF7-46F2-9144-BA0ADDF85AA1}" srcId="{96F7BEE8-29B2-4DF6-934B-666987DEB268}" destId="{4D7E6CAC-4CF2-4870-B95D-C6678AA2B4B9}" srcOrd="9" destOrd="0" parTransId="{636AFE82-0AE9-421E-8F74-CFD370CF462D}" sibTransId="{14E802D0-AB68-4058-8630-BC8EBA88D4EC}"/>
    <dgm:cxn modelId="{51A86484-E66F-4DD6-8741-5BDC2FD4B574}" type="presOf" srcId="{2365C4B1-F686-4495-9462-3F5D1B42CEC3}" destId="{81A4BB70-5B6F-4B13-84EE-E73FD09E0174}" srcOrd="0" destOrd="0" presId="urn:microsoft.com/office/officeart/2008/layout/LinedList"/>
    <dgm:cxn modelId="{60194E8C-1CB1-4AFB-9BBC-B2ACD2774F3A}" srcId="{96F7BEE8-29B2-4DF6-934B-666987DEB268}" destId="{3B57B70E-9C4C-4E7E-9613-05021A177EB3}" srcOrd="1" destOrd="0" parTransId="{51EA5FDF-2601-4EF5-BAB1-71E06732EAB8}" sibTransId="{97D4128F-1D4A-4259-8947-82A6B4894ED2}"/>
    <dgm:cxn modelId="{7359968F-A209-4BB3-9BF9-C85E9354ED8E}" type="presOf" srcId="{3B57B70E-9C4C-4E7E-9613-05021A177EB3}" destId="{60647AB8-809A-4527-A551-BFA93F54B43C}" srcOrd="0" destOrd="0" presId="urn:microsoft.com/office/officeart/2008/layout/LinedList"/>
    <dgm:cxn modelId="{C8C90F9F-2A82-4A1E-B732-E9B0BCF50099}" type="presOf" srcId="{6C20D28D-73E8-4664-B68F-2A7BD0A125B7}" destId="{48B7566A-1839-4993-B404-3791D182B901}" srcOrd="0" destOrd="0" presId="urn:microsoft.com/office/officeart/2008/layout/LinedList"/>
    <dgm:cxn modelId="{3BFC96A0-5F13-4968-96AB-F9A4765B1E6B}" type="presOf" srcId="{4D7E6CAC-4CF2-4870-B95D-C6678AA2B4B9}" destId="{D040EC9F-FCAA-41C1-90AA-E16DEBA8E5A8}" srcOrd="0" destOrd="0" presId="urn:microsoft.com/office/officeart/2008/layout/LinedList"/>
    <dgm:cxn modelId="{2D3685A2-460C-46C4-BF5F-EC62712D64B0}" type="presOf" srcId="{78CC035F-57DD-4D64-8DC9-1C9F200F06DA}" destId="{9D56B1B6-4DEA-4614-A01B-86218FB8531E}" srcOrd="0" destOrd="0" presId="urn:microsoft.com/office/officeart/2008/layout/LinedList"/>
    <dgm:cxn modelId="{43D8F0A9-DF3C-46C5-ACD3-CB9607E017FC}" srcId="{96F7BEE8-29B2-4DF6-934B-666987DEB268}" destId="{CFBE791E-90E5-4D36-B019-A10030816DF1}" srcOrd="8" destOrd="0" parTransId="{9A87F663-13BE-4EFC-8D71-80DD6EC5525F}" sibTransId="{CA8147DA-5794-434E-9AFD-1780363E99FD}"/>
    <dgm:cxn modelId="{242B9BB0-38E2-42F6-82DE-3FBDA724509C}" type="presOf" srcId="{C0783BFF-D43E-4F14-8266-B8724C0E9FAB}" destId="{472A22C0-C77C-4896-BB68-87E30EA51F10}" srcOrd="0" destOrd="0" presId="urn:microsoft.com/office/officeart/2008/layout/LinedList"/>
    <dgm:cxn modelId="{9AE54EB3-B6A4-4B9D-9619-0C45D2F0304C}" type="presOf" srcId="{67060003-CE09-4747-9B25-42C4FB3C9875}" destId="{3A3A6E1A-EF1F-4315-89D0-BB32F4FA7C82}" srcOrd="0" destOrd="0" presId="urn:microsoft.com/office/officeart/2008/layout/LinedList"/>
    <dgm:cxn modelId="{3132F2B5-40CC-4B9D-97C9-0EC726371431}" srcId="{96F7BEE8-29B2-4DF6-934B-666987DEB268}" destId="{7618592C-1CF5-4FF8-98D5-976ED3A6E585}" srcOrd="7" destOrd="0" parTransId="{A8E7EED3-10E6-4D58-A897-1077A8A743BF}" sibTransId="{BCC1BA83-A7DF-4BBB-9064-151DF8EAF0A3}"/>
    <dgm:cxn modelId="{368117C4-AEC9-4D6F-89DA-4D965BDF9EBA}" type="presOf" srcId="{96F7BEE8-29B2-4DF6-934B-666987DEB268}" destId="{06F2FB9A-1016-4E0C-90AE-865E26014295}" srcOrd="0" destOrd="0" presId="urn:microsoft.com/office/officeart/2008/layout/LinedList"/>
    <dgm:cxn modelId="{A3E3EDCF-3C5D-4719-9893-EA10D16CC70C}" type="presOf" srcId="{1EDD4F0D-1FAA-4940-8B7F-4F3E791E14DB}" destId="{BCC12109-EF3F-4809-8E79-F9D886659046}" srcOrd="0" destOrd="0" presId="urn:microsoft.com/office/officeart/2008/layout/LinedList"/>
    <dgm:cxn modelId="{46D369E6-085C-42B3-A47D-1BEE4A469B6C}" type="presOf" srcId="{CFBE791E-90E5-4D36-B019-A10030816DF1}" destId="{7D7C0C81-A43D-4433-B3D6-B6EE14074558}" srcOrd="0" destOrd="0" presId="urn:microsoft.com/office/officeart/2008/layout/LinedList"/>
    <dgm:cxn modelId="{B0EC4AF9-981F-4BB0-8318-C1AED5C8B3BA}" type="presOf" srcId="{7618592C-1CF5-4FF8-98D5-976ED3A6E585}" destId="{3B411F61-0D04-4A00-9E1B-B0DF925BF096}" srcOrd="0" destOrd="0" presId="urn:microsoft.com/office/officeart/2008/layout/LinedList"/>
    <dgm:cxn modelId="{77639300-8C9C-40D7-BE02-B258DB794513}" type="presParOf" srcId="{06F2FB9A-1016-4E0C-90AE-865E26014295}" destId="{9F9ECFEE-9C08-441C-8572-3E1221B382C9}" srcOrd="0" destOrd="0" presId="urn:microsoft.com/office/officeart/2008/layout/LinedList"/>
    <dgm:cxn modelId="{6E12BEC2-1703-4CC5-843D-F9F4DD71115D}" type="presParOf" srcId="{06F2FB9A-1016-4E0C-90AE-865E26014295}" destId="{2FB4FA86-72FB-4BA7-8D3D-016E2A7E2B12}" srcOrd="1" destOrd="0" presId="urn:microsoft.com/office/officeart/2008/layout/LinedList"/>
    <dgm:cxn modelId="{FD7C7848-F983-4FC1-B341-F625A0D3C451}" type="presParOf" srcId="{2FB4FA86-72FB-4BA7-8D3D-016E2A7E2B12}" destId="{48B7566A-1839-4993-B404-3791D182B901}" srcOrd="0" destOrd="0" presId="urn:microsoft.com/office/officeart/2008/layout/LinedList"/>
    <dgm:cxn modelId="{2827D359-6417-48DA-953E-1E9E8134D407}" type="presParOf" srcId="{2FB4FA86-72FB-4BA7-8D3D-016E2A7E2B12}" destId="{DC364CE0-A274-47DA-8FAD-038761D5A667}" srcOrd="1" destOrd="0" presId="urn:microsoft.com/office/officeart/2008/layout/LinedList"/>
    <dgm:cxn modelId="{E1F1D50D-8F44-4F68-9966-725FFFAC1FC6}" type="presParOf" srcId="{06F2FB9A-1016-4E0C-90AE-865E26014295}" destId="{71310DF6-4577-408A-9592-87CBBF6D4B56}" srcOrd="2" destOrd="0" presId="urn:microsoft.com/office/officeart/2008/layout/LinedList"/>
    <dgm:cxn modelId="{53562C36-EAF3-4CFB-B981-2346EABAFFF0}" type="presParOf" srcId="{06F2FB9A-1016-4E0C-90AE-865E26014295}" destId="{09D5B78C-ED09-4EF4-BE55-B3B1DD8F5F4C}" srcOrd="3" destOrd="0" presId="urn:microsoft.com/office/officeart/2008/layout/LinedList"/>
    <dgm:cxn modelId="{671E204F-A890-445E-94B8-55B9231A0852}" type="presParOf" srcId="{09D5B78C-ED09-4EF4-BE55-B3B1DD8F5F4C}" destId="{60647AB8-809A-4527-A551-BFA93F54B43C}" srcOrd="0" destOrd="0" presId="urn:microsoft.com/office/officeart/2008/layout/LinedList"/>
    <dgm:cxn modelId="{6FED7DDD-83F9-4E2F-B954-B3CCD3859590}" type="presParOf" srcId="{09D5B78C-ED09-4EF4-BE55-B3B1DD8F5F4C}" destId="{2EE61294-CC84-4E63-9113-D345F38B5F27}" srcOrd="1" destOrd="0" presId="urn:microsoft.com/office/officeart/2008/layout/LinedList"/>
    <dgm:cxn modelId="{7027C0FE-3D2A-4001-9ED3-0C227810E1E0}" type="presParOf" srcId="{06F2FB9A-1016-4E0C-90AE-865E26014295}" destId="{E13EE0D1-6056-4876-B6E6-4DCBD9467626}" srcOrd="4" destOrd="0" presId="urn:microsoft.com/office/officeart/2008/layout/LinedList"/>
    <dgm:cxn modelId="{933D0A45-5421-48E1-A67C-0061094D2460}" type="presParOf" srcId="{06F2FB9A-1016-4E0C-90AE-865E26014295}" destId="{AB4140B5-AAEE-4BE7-8495-77E39A8C069E}" srcOrd="5" destOrd="0" presId="urn:microsoft.com/office/officeart/2008/layout/LinedList"/>
    <dgm:cxn modelId="{BA472683-8A56-4C16-91C2-5F864EAA09A2}" type="presParOf" srcId="{AB4140B5-AAEE-4BE7-8495-77E39A8C069E}" destId="{9D56B1B6-4DEA-4614-A01B-86218FB8531E}" srcOrd="0" destOrd="0" presId="urn:microsoft.com/office/officeart/2008/layout/LinedList"/>
    <dgm:cxn modelId="{CA9CBA8C-AEAD-4748-9BA4-20C8ECFE95FF}" type="presParOf" srcId="{AB4140B5-AAEE-4BE7-8495-77E39A8C069E}" destId="{649C576B-679B-400C-950F-3D0BC83AB28A}" srcOrd="1" destOrd="0" presId="urn:microsoft.com/office/officeart/2008/layout/LinedList"/>
    <dgm:cxn modelId="{99B09A4F-BADB-4A5F-9A09-B3ADF539385A}" type="presParOf" srcId="{06F2FB9A-1016-4E0C-90AE-865E26014295}" destId="{7FA8AC4D-7E5C-4AAC-858C-DA4833C563F0}" srcOrd="6" destOrd="0" presId="urn:microsoft.com/office/officeart/2008/layout/LinedList"/>
    <dgm:cxn modelId="{8D2AED91-3BAF-408A-B73C-2FE2CBD7105A}" type="presParOf" srcId="{06F2FB9A-1016-4E0C-90AE-865E26014295}" destId="{E413800E-A6C8-4A64-ACBF-DA0F12498D33}" srcOrd="7" destOrd="0" presId="urn:microsoft.com/office/officeart/2008/layout/LinedList"/>
    <dgm:cxn modelId="{CC69BAA0-7C26-47B3-8F2F-D14D3C45A497}" type="presParOf" srcId="{E413800E-A6C8-4A64-ACBF-DA0F12498D33}" destId="{472A22C0-C77C-4896-BB68-87E30EA51F10}" srcOrd="0" destOrd="0" presId="urn:microsoft.com/office/officeart/2008/layout/LinedList"/>
    <dgm:cxn modelId="{34311A2A-9773-4A62-B65E-7489A59C8565}" type="presParOf" srcId="{E413800E-A6C8-4A64-ACBF-DA0F12498D33}" destId="{0618D3B1-A03B-420B-8121-2C157A1AB608}" srcOrd="1" destOrd="0" presId="urn:microsoft.com/office/officeart/2008/layout/LinedList"/>
    <dgm:cxn modelId="{EAFCF882-A981-4DFE-815C-50E2C95601EB}" type="presParOf" srcId="{06F2FB9A-1016-4E0C-90AE-865E26014295}" destId="{A7B8279B-BE9D-43DE-A05C-18DCAB6DE4F2}" srcOrd="8" destOrd="0" presId="urn:microsoft.com/office/officeart/2008/layout/LinedList"/>
    <dgm:cxn modelId="{2D39B4B0-C711-43E3-AE77-3E374DD98D3A}" type="presParOf" srcId="{06F2FB9A-1016-4E0C-90AE-865E26014295}" destId="{994CD34A-3EC3-4192-BD9E-72CA21D668A3}" srcOrd="9" destOrd="0" presId="urn:microsoft.com/office/officeart/2008/layout/LinedList"/>
    <dgm:cxn modelId="{E851DE5C-881C-492F-85B6-C8ACCE3E89B1}" type="presParOf" srcId="{994CD34A-3EC3-4192-BD9E-72CA21D668A3}" destId="{ED3135BC-508F-42C0-BD6E-333D688844BB}" srcOrd="0" destOrd="0" presId="urn:microsoft.com/office/officeart/2008/layout/LinedList"/>
    <dgm:cxn modelId="{144B0632-1DA0-4C83-9B36-36E22B3DC335}" type="presParOf" srcId="{994CD34A-3EC3-4192-BD9E-72CA21D668A3}" destId="{BD9A019D-3699-4941-AB0B-02090569BE31}" srcOrd="1" destOrd="0" presId="urn:microsoft.com/office/officeart/2008/layout/LinedList"/>
    <dgm:cxn modelId="{6AD4FCC9-6753-42B4-BB83-F76324AD8838}" type="presParOf" srcId="{06F2FB9A-1016-4E0C-90AE-865E26014295}" destId="{BBE78A0E-65C0-4309-97F8-8C98F2D6FBFD}" srcOrd="10" destOrd="0" presId="urn:microsoft.com/office/officeart/2008/layout/LinedList"/>
    <dgm:cxn modelId="{21A573A3-299D-402F-B7D8-13CFF73ECF64}" type="presParOf" srcId="{06F2FB9A-1016-4E0C-90AE-865E26014295}" destId="{EE204E07-1D8D-4873-94B9-7A8016A143ED}" srcOrd="11" destOrd="0" presId="urn:microsoft.com/office/officeart/2008/layout/LinedList"/>
    <dgm:cxn modelId="{2537F88A-0A40-40C6-AC1E-26608BDFFE34}" type="presParOf" srcId="{EE204E07-1D8D-4873-94B9-7A8016A143ED}" destId="{BCC12109-EF3F-4809-8E79-F9D886659046}" srcOrd="0" destOrd="0" presId="urn:microsoft.com/office/officeart/2008/layout/LinedList"/>
    <dgm:cxn modelId="{BF4B94E2-E609-45E7-B06F-85CC5B558DF5}" type="presParOf" srcId="{EE204E07-1D8D-4873-94B9-7A8016A143ED}" destId="{90DB3E64-29B3-446A-8EB2-7BD8694CA62C}" srcOrd="1" destOrd="0" presId="urn:microsoft.com/office/officeart/2008/layout/LinedList"/>
    <dgm:cxn modelId="{A4FC08F3-DB09-4221-83BC-7A1B116B2ED1}" type="presParOf" srcId="{06F2FB9A-1016-4E0C-90AE-865E26014295}" destId="{874E4642-8B3E-4DB7-865E-28A9C8CAE2B2}" srcOrd="12" destOrd="0" presId="urn:microsoft.com/office/officeart/2008/layout/LinedList"/>
    <dgm:cxn modelId="{24946335-B2FE-443A-9DDF-F94025EE4FCB}" type="presParOf" srcId="{06F2FB9A-1016-4E0C-90AE-865E26014295}" destId="{0BD0DBA8-79E4-4E1E-8BED-6DB0B9608EBD}" srcOrd="13" destOrd="0" presId="urn:microsoft.com/office/officeart/2008/layout/LinedList"/>
    <dgm:cxn modelId="{2BEF9315-01B0-4AE8-909E-FDB1E3766273}" type="presParOf" srcId="{0BD0DBA8-79E4-4E1E-8BED-6DB0B9608EBD}" destId="{3A3A6E1A-EF1F-4315-89D0-BB32F4FA7C82}" srcOrd="0" destOrd="0" presId="urn:microsoft.com/office/officeart/2008/layout/LinedList"/>
    <dgm:cxn modelId="{70726CB5-9BE7-44F7-90C6-169C56D6C65D}" type="presParOf" srcId="{0BD0DBA8-79E4-4E1E-8BED-6DB0B9608EBD}" destId="{2E13874D-1E48-4FED-A789-51615249FB28}" srcOrd="1" destOrd="0" presId="urn:microsoft.com/office/officeart/2008/layout/LinedList"/>
    <dgm:cxn modelId="{2E08CDFA-DF1C-4C12-B3C3-A35388F1DAA4}" type="presParOf" srcId="{06F2FB9A-1016-4E0C-90AE-865E26014295}" destId="{4B11DA87-FC22-4A32-AFE0-64F397530A8B}" srcOrd="14" destOrd="0" presId="urn:microsoft.com/office/officeart/2008/layout/LinedList"/>
    <dgm:cxn modelId="{D6B2DFE8-51F7-4BF3-AEF3-A466CA693B78}" type="presParOf" srcId="{06F2FB9A-1016-4E0C-90AE-865E26014295}" destId="{A93F94BD-1ED5-412C-805D-70BD19C9048A}" srcOrd="15" destOrd="0" presId="urn:microsoft.com/office/officeart/2008/layout/LinedList"/>
    <dgm:cxn modelId="{C946A124-13DD-4558-A98E-EA50CE03D51A}" type="presParOf" srcId="{A93F94BD-1ED5-412C-805D-70BD19C9048A}" destId="{3B411F61-0D04-4A00-9E1B-B0DF925BF096}" srcOrd="0" destOrd="0" presId="urn:microsoft.com/office/officeart/2008/layout/LinedList"/>
    <dgm:cxn modelId="{BD9E87D4-B61A-4E4F-A1F8-8CB810F4D54F}" type="presParOf" srcId="{A93F94BD-1ED5-412C-805D-70BD19C9048A}" destId="{BDF846DD-96F3-456D-93BB-4ED41B8AF028}" srcOrd="1" destOrd="0" presId="urn:microsoft.com/office/officeart/2008/layout/LinedList"/>
    <dgm:cxn modelId="{FFC64C22-AB0F-41C7-B2F5-51DDBCAFFCBF}" type="presParOf" srcId="{06F2FB9A-1016-4E0C-90AE-865E26014295}" destId="{A415251E-BE57-49A8-BDC1-79535CFF871C}" srcOrd="16" destOrd="0" presId="urn:microsoft.com/office/officeart/2008/layout/LinedList"/>
    <dgm:cxn modelId="{3F7AE20A-B43D-4682-A2F8-FD5F4359DAFC}" type="presParOf" srcId="{06F2FB9A-1016-4E0C-90AE-865E26014295}" destId="{A8DF2F4B-2801-46F8-ABF7-67E6A017DC31}" srcOrd="17" destOrd="0" presId="urn:microsoft.com/office/officeart/2008/layout/LinedList"/>
    <dgm:cxn modelId="{AE295795-D2EA-4B75-AEF0-BB11EB383419}" type="presParOf" srcId="{A8DF2F4B-2801-46F8-ABF7-67E6A017DC31}" destId="{7D7C0C81-A43D-4433-B3D6-B6EE14074558}" srcOrd="0" destOrd="0" presId="urn:microsoft.com/office/officeart/2008/layout/LinedList"/>
    <dgm:cxn modelId="{F357701C-BCC6-4FD7-93E6-95D69442D055}" type="presParOf" srcId="{A8DF2F4B-2801-46F8-ABF7-67E6A017DC31}" destId="{A7C3B739-9BFC-4650-8B2A-0C5245439528}" srcOrd="1" destOrd="0" presId="urn:microsoft.com/office/officeart/2008/layout/LinedList"/>
    <dgm:cxn modelId="{238E52A5-2B79-494B-AEC4-466A22411D44}" type="presParOf" srcId="{06F2FB9A-1016-4E0C-90AE-865E26014295}" destId="{D87BD805-0391-4043-BBA4-E975B6582153}" srcOrd="18" destOrd="0" presId="urn:microsoft.com/office/officeart/2008/layout/LinedList"/>
    <dgm:cxn modelId="{D179CA84-73B6-4806-B808-7AAF6E7F0E63}" type="presParOf" srcId="{06F2FB9A-1016-4E0C-90AE-865E26014295}" destId="{87AD65E4-BC8B-4509-A708-4F9F522E27D9}" srcOrd="19" destOrd="0" presId="urn:microsoft.com/office/officeart/2008/layout/LinedList"/>
    <dgm:cxn modelId="{925C5516-8C14-45C8-836E-EF40CF93FE73}" type="presParOf" srcId="{87AD65E4-BC8B-4509-A708-4F9F522E27D9}" destId="{D040EC9F-FCAA-41C1-90AA-E16DEBA8E5A8}" srcOrd="0" destOrd="0" presId="urn:microsoft.com/office/officeart/2008/layout/LinedList"/>
    <dgm:cxn modelId="{F2D88CBD-2C65-452E-BACF-91B44A78A58A}" type="presParOf" srcId="{87AD65E4-BC8B-4509-A708-4F9F522E27D9}" destId="{E68FD553-35F9-4638-923B-78B0C8692289}" srcOrd="1" destOrd="0" presId="urn:microsoft.com/office/officeart/2008/layout/LinedList"/>
    <dgm:cxn modelId="{8A4B511B-87E5-4AAC-95E7-9DF4917029FF}" type="presParOf" srcId="{06F2FB9A-1016-4E0C-90AE-865E26014295}" destId="{5C53F67B-912C-4379-AF2C-D47AC6E4C32C}" srcOrd="20" destOrd="0" presId="urn:microsoft.com/office/officeart/2008/layout/LinedList"/>
    <dgm:cxn modelId="{542D3443-C18A-4874-B9EF-FB59DC43A0E4}" type="presParOf" srcId="{06F2FB9A-1016-4E0C-90AE-865E26014295}" destId="{C8C1C8E0-FD44-433C-9B6E-88559EC7E5BE}" srcOrd="21" destOrd="0" presId="urn:microsoft.com/office/officeart/2008/layout/LinedList"/>
    <dgm:cxn modelId="{8F041C47-2BFB-4814-BAEF-4B9508148240}" type="presParOf" srcId="{C8C1C8E0-FD44-433C-9B6E-88559EC7E5BE}" destId="{81A4BB70-5B6F-4B13-84EE-E73FD09E0174}" srcOrd="0" destOrd="0" presId="urn:microsoft.com/office/officeart/2008/layout/LinedList"/>
    <dgm:cxn modelId="{97FA8398-F59E-4B95-9356-7B03FC05DA4B}" type="presParOf" srcId="{C8C1C8E0-FD44-433C-9B6E-88559EC7E5BE}" destId="{54FF54A5-CB8F-43C2-92F3-D477A4A9DF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6F7BEE8-29B2-4DF6-934B-666987DEB268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57B70E-9C4C-4E7E-9613-05021A177EB3}">
      <dgm:prSet custT="1"/>
      <dgm:spPr/>
      <dgm:t>
        <a:bodyPr/>
        <a:lstStyle/>
        <a:p>
          <a:r>
            <a:rPr lang="es-ES" sz="1600" b="0" dirty="0"/>
            <a:t>1. Reconocimiento</a:t>
          </a:r>
          <a:endParaRPr lang="en-US" sz="1600" b="0" dirty="0"/>
        </a:p>
      </dgm:t>
    </dgm:pt>
    <dgm:pt modelId="{51EA5FDF-2601-4EF5-BAB1-71E06732EAB8}" type="parTrans" cxnId="{60194E8C-1CB1-4AFB-9BBC-B2ACD2774F3A}">
      <dgm:prSet/>
      <dgm:spPr/>
      <dgm:t>
        <a:bodyPr/>
        <a:lstStyle/>
        <a:p>
          <a:endParaRPr lang="en-US" sz="1600" b="0"/>
        </a:p>
      </dgm:t>
    </dgm:pt>
    <dgm:pt modelId="{97D4128F-1D4A-4259-8947-82A6B4894ED2}" type="sibTrans" cxnId="{60194E8C-1CB1-4AFB-9BBC-B2ACD2774F3A}">
      <dgm:prSet/>
      <dgm:spPr/>
      <dgm:t>
        <a:bodyPr/>
        <a:lstStyle/>
        <a:p>
          <a:endParaRPr lang="en-US" sz="1600" b="0"/>
        </a:p>
      </dgm:t>
    </dgm:pt>
    <dgm:pt modelId="{78CC035F-57DD-4D64-8DC9-1C9F200F06DA}">
      <dgm:prSet custT="1"/>
      <dgm:spPr/>
      <dgm:t>
        <a:bodyPr/>
        <a:lstStyle/>
        <a:p>
          <a:r>
            <a:rPr lang="en-US" sz="1600" b="0" dirty="0"/>
            <a:t>2. </a:t>
          </a:r>
          <a:r>
            <a:rPr lang="en-US" sz="1600" b="0" dirty="0" err="1"/>
            <a:t>Preparación</a:t>
          </a:r>
          <a:endParaRPr lang="en-US" sz="1600" b="0" dirty="0"/>
        </a:p>
      </dgm:t>
    </dgm:pt>
    <dgm:pt modelId="{ED96E218-C002-4650-A80F-36AD4A2A66EA}" type="parTrans" cxnId="{B38D0C32-4D8D-4E7F-9421-D4C616E1B474}">
      <dgm:prSet/>
      <dgm:spPr/>
      <dgm:t>
        <a:bodyPr/>
        <a:lstStyle/>
        <a:p>
          <a:endParaRPr lang="es-ES" sz="1600" b="0"/>
        </a:p>
      </dgm:t>
    </dgm:pt>
    <dgm:pt modelId="{BC4FBB2A-29A9-4475-99FC-F8E9F6026F5B}" type="sibTrans" cxnId="{B38D0C32-4D8D-4E7F-9421-D4C616E1B474}">
      <dgm:prSet/>
      <dgm:spPr/>
      <dgm:t>
        <a:bodyPr/>
        <a:lstStyle/>
        <a:p>
          <a:endParaRPr lang="es-ES" sz="1600" b="0"/>
        </a:p>
      </dgm:t>
    </dgm:pt>
    <dgm:pt modelId="{C0783BFF-D43E-4F14-8266-B8724C0E9FAB}">
      <dgm:prSet custT="1"/>
      <dgm:spPr/>
      <dgm:t>
        <a:bodyPr/>
        <a:lstStyle/>
        <a:p>
          <a:r>
            <a:rPr lang="en-US" sz="1600" b="0" dirty="0"/>
            <a:t>3. </a:t>
          </a:r>
          <a:r>
            <a:rPr lang="en-US" sz="1600" b="0" dirty="0" err="1"/>
            <a:t>Distribución</a:t>
          </a:r>
          <a:endParaRPr lang="en-US" sz="1600" b="0" dirty="0"/>
        </a:p>
      </dgm:t>
    </dgm:pt>
    <dgm:pt modelId="{22DD8029-37EC-4FFD-BEA6-2BCF5480A6A8}" type="parTrans" cxnId="{1F557C24-13B3-4D9A-B191-95DAF7F606C2}">
      <dgm:prSet/>
      <dgm:spPr/>
      <dgm:t>
        <a:bodyPr/>
        <a:lstStyle/>
        <a:p>
          <a:endParaRPr lang="es-ES" sz="1600" b="0"/>
        </a:p>
      </dgm:t>
    </dgm:pt>
    <dgm:pt modelId="{B5949FC4-1FF8-477E-90BC-18E639EC77B4}" type="sibTrans" cxnId="{1F557C24-13B3-4D9A-B191-95DAF7F606C2}">
      <dgm:prSet/>
      <dgm:spPr/>
      <dgm:t>
        <a:bodyPr/>
        <a:lstStyle/>
        <a:p>
          <a:endParaRPr lang="es-ES" sz="1600" b="0"/>
        </a:p>
      </dgm:t>
    </dgm:pt>
    <dgm:pt modelId="{654C1C08-0114-4FAB-A07D-3F314DAE67A4}">
      <dgm:prSet custT="1"/>
      <dgm:spPr/>
      <dgm:t>
        <a:bodyPr/>
        <a:lstStyle/>
        <a:p>
          <a:r>
            <a:rPr lang="en-US" sz="1600" b="0" dirty="0"/>
            <a:t>4. </a:t>
          </a:r>
          <a:r>
            <a:rPr lang="en-US" sz="1600" b="0" dirty="0" err="1"/>
            <a:t>Explotación</a:t>
          </a:r>
          <a:endParaRPr lang="en-US" sz="1600" b="0" dirty="0"/>
        </a:p>
      </dgm:t>
    </dgm:pt>
    <dgm:pt modelId="{11D22B56-1AA7-422C-A24B-58A286254465}" type="parTrans" cxnId="{BA8AE00C-F435-46AA-A0BC-A9E43AD06B75}">
      <dgm:prSet/>
      <dgm:spPr/>
      <dgm:t>
        <a:bodyPr/>
        <a:lstStyle/>
        <a:p>
          <a:endParaRPr lang="es-ES" sz="1600" b="0"/>
        </a:p>
      </dgm:t>
    </dgm:pt>
    <dgm:pt modelId="{444A4A13-4957-463A-94D4-06B9431340F0}" type="sibTrans" cxnId="{BA8AE00C-F435-46AA-A0BC-A9E43AD06B75}">
      <dgm:prSet/>
      <dgm:spPr/>
      <dgm:t>
        <a:bodyPr/>
        <a:lstStyle/>
        <a:p>
          <a:endParaRPr lang="es-ES" sz="1600" b="0"/>
        </a:p>
      </dgm:t>
    </dgm:pt>
    <dgm:pt modelId="{67060003-CE09-4747-9B25-42C4FB3C9875}">
      <dgm:prSet custT="1"/>
      <dgm:spPr/>
      <dgm:t>
        <a:bodyPr/>
        <a:lstStyle/>
        <a:p>
          <a:r>
            <a:rPr lang="en-US" sz="1600" b="0" dirty="0"/>
            <a:t>6. </a:t>
          </a:r>
          <a:r>
            <a:rPr lang="en-US" sz="1600" b="0" dirty="0" err="1"/>
            <a:t>Comando</a:t>
          </a:r>
          <a:r>
            <a:rPr lang="en-US" sz="1600" b="0" dirty="0"/>
            <a:t> y control</a:t>
          </a:r>
        </a:p>
      </dgm:t>
    </dgm:pt>
    <dgm:pt modelId="{BA6AFD20-9C5E-485A-B7EB-15AF5C662983}" type="parTrans" cxnId="{74007B36-8FF8-454E-81FB-08D6BE501D40}">
      <dgm:prSet/>
      <dgm:spPr/>
      <dgm:t>
        <a:bodyPr/>
        <a:lstStyle/>
        <a:p>
          <a:endParaRPr lang="es-ES" sz="1600" b="0"/>
        </a:p>
      </dgm:t>
    </dgm:pt>
    <dgm:pt modelId="{A230014F-BDA1-437E-973F-9C4170E8BC20}" type="sibTrans" cxnId="{74007B36-8FF8-454E-81FB-08D6BE501D40}">
      <dgm:prSet/>
      <dgm:spPr/>
      <dgm:t>
        <a:bodyPr/>
        <a:lstStyle/>
        <a:p>
          <a:endParaRPr lang="es-ES" sz="1600" b="0"/>
        </a:p>
      </dgm:t>
    </dgm:pt>
    <dgm:pt modelId="{7618592C-1CF5-4FF8-98D5-976ED3A6E585}">
      <dgm:prSet custT="1"/>
      <dgm:spPr/>
      <dgm:t>
        <a:bodyPr/>
        <a:lstStyle/>
        <a:p>
          <a:r>
            <a:rPr lang="en-US" sz="1600" b="1" dirty="0"/>
            <a:t>7. </a:t>
          </a:r>
          <a:r>
            <a:rPr lang="en-US" sz="1600" b="1" dirty="0" err="1"/>
            <a:t>Acciones</a:t>
          </a:r>
          <a:r>
            <a:rPr lang="en-US" sz="1600" b="1" dirty="0"/>
            <a:t> </a:t>
          </a:r>
          <a:r>
            <a:rPr lang="en-US" sz="1600" b="1" dirty="0" err="1"/>
            <a:t>sobre</a:t>
          </a:r>
          <a:r>
            <a:rPr lang="en-US" sz="1600" b="1" dirty="0"/>
            <a:t> </a:t>
          </a:r>
          <a:r>
            <a:rPr lang="en-US" sz="1600" b="1" dirty="0" err="1"/>
            <a:t>los</a:t>
          </a:r>
          <a:r>
            <a:rPr lang="en-US" sz="1600" b="1" dirty="0"/>
            <a:t> </a:t>
          </a:r>
          <a:r>
            <a:rPr lang="en-US" sz="1600" b="1" dirty="0" err="1"/>
            <a:t>objetivos</a:t>
          </a:r>
          <a:endParaRPr lang="en-US" sz="1600" b="1" dirty="0"/>
        </a:p>
      </dgm:t>
    </dgm:pt>
    <dgm:pt modelId="{A8E7EED3-10E6-4D58-A897-1077A8A743BF}" type="parTrans" cxnId="{3132F2B5-40CC-4B9D-97C9-0EC726371431}">
      <dgm:prSet/>
      <dgm:spPr/>
      <dgm:t>
        <a:bodyPr/>
        <a:lstStyle/>
        <a:p>
          <a:endParaRPr lang="es-ES" sz="1600" b="0"/>
        </a:p>
      </dgm:t>
    </dgm:pt>
    <dgm:pt modelId="{BCC1BA83-A7DF-4BBB-9064-151DF8EAF0A3}" type="sibTrans" cxnId="{3132F2B5-40CC-4B9D-97C9-0EC726371431}">
      <dgm:prSet/>
      <dgm:spPr/>
      <dgm:t>
        <a:bodyPr/>
        <a:lstStyle/>
        <a:p>
          <a:endParaRPr lang="es-ES" sz="1600" b="0"/>
        </a:p>
      </dgm:t>
    </dgm:pt>
    <dgm:pt modelId="{6C20D28D-73E8-4664-B68F-2A7BD0A125B7}">
      <dgm:prSet custT="1"/>
      <dgm:spPr/>
      <dgm:t>
        <a:bodyPr/>
        <a:lstStyle/>
        <a:p>
          <a:pPr algn="ctr"/>
          <a:r>
            <a:rPr lang="en-US" sz="1600" b="1" dirty="0"/>
            <a:t>Cyber Kill Chain</a:t>
          </a:r>
        </a:p>
      </dgm:t>
    </dgm:pt>
    <dgm:pt modelId="{62588741-7036-4D2B-9E28-A3CE79A80989}" type="parTrans" cxnId="{8ED97B46-D03F-43BA-A3B0-16C0546ABE37}">
      <dgm:prSet/>
      <dgm:spPr/>
      <dgm:t>
        <a:bodyPr/>
        <a:lstStyle/>
        <a:p>
          <a:endParaRPr lang="es-ES" sz="1600"/>
        </a:p>
      </dgm:t>
    </dgm:pt>
    <dgm:pt modelId="{CDD1F605-CC75-4F17-9525-7D76DE918558}" type="sibTrans" cxnId="{8ED97B46-D03F-43BA-A3B0-16C0546ABE37}">
      <dgm:prSet/>
      <dgm:spPr/>
      <dgm:t>
        <a:bodyPr/>
        <a:lstStyle/>
        <a:p>
          <a:endParaRPr lang="es-ES" sz="1600"/>
        </a:p>
      </dgm:t>
    </dgm:pt>
    <dgm:pt modelId="{1EDD4F0D-1FAA-4940-8B7F-4F3E791E14DB}">
      <dgm:prSet custT="1"/>
      <dgm:spPr/>
      <dgm:t>
        <a:bodyPr/>
        <a:lstStyle/>
        <a:p>
          <a:r>
            <a:rPr lang="en-US" sz="1600" b="1" dirty="0"/>
            <a:t>5. </a:t>
          </a:r>
          <a:r>
            <a:rPr lang="en-US" sz="1600" b="1" dirty="0" err="1"/>
            <a:t>Instalación</a:t>
          </a:r>
          <a:endParaRPr lang="en-US" sz="1600" b="1" dirty="0"/>
        </a:p>
      </dgm:t>
    </dgm:pt>
    <dgm:pt modelId="{135D99F5-8DCC-4FF3-BDC0-53B12BF106B4}" type="sibTrans" cxnId="{52B89719-CCD6-4C73-BE4F-4F60D3E5F529}">
      <dgm:prSet/>
      <dgm:spPr/>
      <dgm:t>
        <a:bodyPr/>
        <a:lstStyle/>
        <a:p>
          <a:endParaRPr lang="es-ES" sz="1600" b="0"/>
        </a:p>
      </dgm:t>
    </dgm:pt>
    <dgm:pt modelId="{75FCE928-C729-4DBA-B1D5-900DCF6C2C07}" type="parTrans" cxnId="{52B89719-CCD6-4C73-BE4F-4F60D3E5F529}">
      <dgm:prSet/>
      <dgm:spPr/>
      <dgm:t>
        <a:bodyPr/>
        <a:lstStyle/>
        <a:p>
          <a:endParaRPr lang="es-ES" sz="1600" b="0"/>
        </a:p>
      </dgm:t>
    </dgm:pt>
    <dgm:pt modelId="{06F2FB9A-1016-4E0C-90AE-865E26014295}" type="pres">
      <dgm:prSet presAssocID="{96F7BEE8-29B2-4DF6-934B-666987DEB268}" presName="vert0" presStyleCnt="0">
        <dgm:presLayoutVars>
          <dgm:dir/>
          <dgm:animOne val="branch"/>
          <dgm:animLvl val="lvl"/>
        </dgm:presLayoutVars>
      </dgm:prSet>
      <dgm:spPr/>
    </dgm:pt>
    <dgm:pt modelId="{9F9ECFEE-9C08-441C-8572-3E1221B382C9}" type="pres">
      <dgm:prSet presAssocID="{6C20D28D-73E8-4664-B68F-2A7BD0A125B7}" presName="thickLine" presStyleLbl="alignNode1" presStyleIdx="0" presStyleCnt="8"/>
      <dgm:spPr/>
    </dgm:pt>
    <dgm:pt modelId="{2FB4FA86-72FB-4BA7-8D3D-016E2A7E2B12}" type="pres">
      <dgm:prSet presAssocID="{6C20D28D-73E8-4664-B68F-2A7BD0A125B7}" presName="horz1" presStyleCnt="0"/>
      <dgm:spPr/>
    </dgm:pt>
    <dgm:pt modelId="{48B7566A-1839-4993-B404-3791D182B901}" type="pres">
      <dgm:prSet presAssocID="{6C20D28D-73E8-4664-B68F-2A7BD0A125B7}" presName="tx1" presStyleLbl="revTx" presStyleIdx="0" presStyleCnt="8" custScaleY="71464"/>
      <dgm:spPr/>
    </dgm:pt>
    <dgm:pt modelId="{DC364CE0-A274-47DA-8FAD-038761D5A667}" type="pres">
      <dgm:prSet presAssocID="{6C20D28D-73E8-4664-B68F-2A7BD0A125B7}" presName="vert1" presStyleCnt="0"/>
      <dgm:spPr/>
    </dgm:pt>
    <dgm:pt modelId="{71310DF6-4577-408A-9592-87CBBF6D4B56}" type="pres">
      <dgm:prSet presAssocID="{3B57B70E-9C4C-4E7E-9613-05021A177EB3}" presName="thickLine" presStyleLbl="alignNode1" presStyleIdx="1" presStyleCnt="8"/>
      <dgm:spPr/>
    </dgm:pt>
    <dgm:pt modelId="{09D5B78C-ED09-4EF4-BE55-B3B1DD8F5F4C}" type="pres">
      <dgm:prSet presAssocID="{3B57B70E-9C4C-4E7E-9613-05021A177EB3}" presName="horz1" presStyleCnt="0"/>
      <dgm:spPr/>
    </dgm:pt>
    <dgm:pt modelId="{60647AB8-809A-4527-A551-BFA93F54B43C}" type="pres">
      <dgm:prSet presAssocID="{3B57B70E-9C4C-4E7E-9613-05021A177EB3}" presName="tx1" presStyleLbl="revTx" presStyleIdx="1" presStyleCnt="8"/>
      <dgm:spPr/>
    </dgm:pt>
    <dgm:pt modelId="{2EE61294-CC84-4E63-9113-D345F38B5F27}" type="pres">
      <dgm:prSet presAssocID="{3B57B70E-9C4C-4E7E-9613-05021A177EB3}" presName="vert1" presStyleCnt="0"/>
      <dgm:spPr/>
    </dgm:pt>
    <dgm:pt modelId="{E13EE0D1-6056-4876-B6E6-4DCBD9467626}" type="pres">
      <dgm:prSet presAssocID="{78CC035F-57DD-4D64-8DC9-1C9F200F06DA}" presName="thickLine" presStyleLbl="alignNode1" presStyleIdx="2" presStyleCnt="8"/>
      <dgm:spPr/>
    </dgm:pt>
    <dgm:pt modelId="{AB4140B5-AAEE-4BE7-8495-77E39A8C069E}" type="pres">
      <dgm:prSet presAssocID="{78CC035F-57DD-4D64-8DC9-1C9F200F06DA}" presName="horz1" presStyleCnt="0"/>
      <dgm:spPr/>
    </dgm:pt>
    <dgm:pt modelId="{9D56B1B6-4DEA-4614-A01B-86218FB8531E}" type="pres">
      <dgm:prSet presAssocID="{78CC035F-57DD-4D64-8DC9-1C9F200F06DA}" presName="tx1" presStyleLbl="revTx" presStyleIdx="2" presStyleCnt="8"/>
      <dgm:spPr/>
    </dgm:pt>
    <dgm:pt modelId="{649C576B-679B-400C-950F-3D0BC83AB28A}" type="pres">
      <dgm:prSet presAssocID="{78CC035F-57DD-4D64-8DC9-1C9F200F06DA}" presName="vert1" presStyleCnt="0"/>
      <dgm:spPr/>
    </dgm:pt>
    <dgm:pt modelId="{7FA8AC4D-7E5C-4AAC-858C-DA4833C563F0}" type="pres">
      <dgm:prSet presAssocID="{C0783BFF-D43E-4F14-8266-B8724C0E9FAB}" presName="thickLine" presStyleLbl="alignNode1" presStyleIdx="3" presStyleCnt="8"/>
      <dgm:spPr/>
    </dgm:pt>
    <dgm:pt modelId="{E413800E-A6C8-4A64-ACBF-DA0F12498D33}" type="pres">
      <dgm:prSet presAssocID="{C0783BFF-D43E-4F14-8266-B8724C0E9FAB}" presName="horz1" presStyleCnt="0"/>
      <dgm:spPr/>
    </dgm:pt>
    <dgm:pt modelId="{472A22C0-C77C-4896-BB68-87E30EA51F10}" type="pres">
      <dgm:prSet presAssocID="{C0783BFF-D43E-4F14-8266-B8724C0E9FAB}" presName="tx1" presStyleLbl="revTx" presStyleIdx="3" presStyleCnt="8"/>
      <dgm:spPr/>
    </dgm:pt>
    <dgm:pt modelId="{0618D3B1-A03B-420B-8121-2C157A1AB608}" type="pres">
      <dgm:prSet presAssocID="{C0783BFF-D43E-4F14-8266-B8724C0E9FAB}" presName="vert1" presStyleCnt="0"/>
      <dgm:spPr/>
    </dgm:pt>
    <dgm:pt modelId="{A7B8279B-BE9D-43DE-A05C-18DCAB6DE4F2}" type="pres">
      <dgm:prSet presAssocID="{654C1C08-0114-4FAB-A07D-3F314DAE67A4}" presName="thickLine" presStyleLbl="alignNode1" presStyleIdx="4" presStyleCnt="8"/>
      <dgm:spPr/>
    </dgm:pt>
    <dgm:pt modelId="{994CD34A-3EC3-4192-BD9E-72CA21D668A3}" type="pres">
      <dgm:prSet presAssocID="{654C1C08-0114-4FAB-A07D-3F314DAE67A4}" presName="horz1" presStyleCnt="0"/>
      <dgm:spPr/>
    </dgm:pt>
    <dgm:pt modelId="{ED3135BC-508F-42C0-BD6E-333D688844BB}" type="pres">
      <dgm:prSet presAssocID="{654C1C08-0114-4FAB-A07D-3F314DAE67A4}" presName="tx1" presStyleLbl="revTx" presStyleIdx="4" presStyleCnt="8"/>
      <dgm:spPr/>
    </dgm:pt>
    <dgm:pt modelId="{BD9A019D-3699-4941-AB0B-02090569BE31}" type="pres">
      <dgm:prSet presAssocID="{654C1C08-0114-4FAB-A07D-3F314DAE67A4}" presName="vert1" presStyleCnt="0"/>
      <dgm:spPr/>
    </dgm:pt>
    <dgm:pt modelId="{BBE78A0E-65C0-4309-97F8-8C98F2D6FBFD}" type="pres">
      <dgm:prSet presAssocID="{1EDD4F0D-1FAA-4940-8B7F-4F3E791E14DB}" presName="thickLine" presStyleLbl="alignNode1" presStyleIdx="5" presStyleCnt="8"/>
      <dgm:spPr/>
    </dgm:pt>
    <dgm:pt modelId="{EE204E07-1D8D-4873-94B9-7A8016A143ED}" type="pres">
      <dgm:prSet presAssocID="{1EDD4F0D-1FAA-4940-8B7F-4F3E791E14DB}" presName="horz1" presStyleCnt="0"/>
      <dgm:spPr/>
    </dgm:pt>
    <dgm:pt modelId="{BCC12109-EF3F-4809-8E79-F9D886659046}" type="pres">
      <dgm:prSet presAssocID="{1EDD4F0D-1FAA-4940-8B7F-4F3E791E14DB}" presName="tx1" presStyleLbl="revTx" presStyleIdx="5" presStyleCnt="8"/>
      <dgm:spPr/>
    </dgm:pt>
    <dgm:pt modelId="{90DB3E64-29B3-446A-8EB2-7BD8694CA62C}" type="pres">
      <dgm:prSet presAssocID="{1EDD4F0D-1FAA-4940-8B7F-4F3E791E14DB}" presName="vert1" presStyleCnt="0"/>
      <dgm:spPr/>
    </dgm:pt>
    <dgm:pt modelId="{874E4642-8B3E-4DB7-865E-28A9C8CAE2B2}" type="pres">
      <dgm:prSet presAssocID="{67060003-CE09-4747-9B25-42C4FB3C9875}" presName="thickLine" presStyleLbl="alignNode1" presStyleIdx="6" presStyleCnt="8"/>
      <dgm:spPr/>
    </dgm:pt>
    <dgm:pt modelId="{0BD0DBA8-79E4-4E1E-8BED-6DB0B9608EBD}" type="pres">
      <dgm:prSet presAssocID="{67060003-CE09-4747-9B25-42C4FB3C9875}" presName="horz1" presStyleCnt="0"/>
      <dgm:spPr/>
    </dgm:pt>
    <dgm:pt modelId="{3A3A6E1A-EF1F-4315-89D0-BB32F4FA7C82}" type="pres">
      <dgm:prSet presAssocID="{67060003-CE09-4747-9B25-42C4FB3C9875}" presName="tx1" presStyleLbl="revTx" presStyleIdx="6" presStyleCnt="8"/>
      <dgm:spPr/>
    </dgm:pt>
    <dgm:pt modelId="{2E13874D-1E48-4FED-A789-51615249FB28}" type="pres">
      <dgm:prSet presAssocID="{67060003-CE09-4747-9B25-42C4FB3C9875}" presName="vert1" presStyleCnt="0"/>
      <dgm:spPr/>
    </dgm:pt>
    <dgm:pt modelId="{4B11DA87-FC22-4A32-AFE0-64F397530A8B}" type="pres">
      <dgm:prSet presAssocID="{7618592C-1CF5-4FF8-98D5-976ED3A6E585}" presName="thickLine" presStyleLbl="alignNode1" presStyleIdx="7" presStyleCnt="8"/>
      <dgm:spPr/>
    </dgm:pt>
    <dgm:pt modelId="{A93F94BD-1ED5-412C-805D-70BD19C9048A}" type="pres">
      <dgm:prSet presAssocID="{7618592C-1CF5-4FF8-98D5-976ED3A6E585}" presName="horz1" presStyleCnt="0"/>
      <dgm:spPr/>
    </dgm:pt>
    <dgm:pt modelId="{3B411F61-0D04-4A00-9E1B-B0DF925BF096}" type="pres">
      <dgm:prSet presAssocID="{7618592C-1CF5-4FF8-98D5-976ED3A6E585}" presName="tx1" presStyleLbl="revTx" presStyleIdx="7" presStyleCnt="8"/>
      <dgm:spPr/>
    </dgm:pt>
    <dgm:pt modelId="{BDF846DD-96F3-456D-93BB-4ED41B8AF028}" type="pres">
      <dgm:prSet presAssocID="{7618592C-1CF5-4FF8-98D5-976ED3A6E585}" presName="vert1" presStyleCnt="0"/>
      <dgm:spPr/>
    </dgm:pt>
  </dgm:ptLst>
  <dgm:cxnLst>
    <dgm:cxn modelId="{BA8AE00C-F435-46AA-A0BC-A9E43AD06B75}" srcId="{96F7BEE8-29B2-4DF6-934B-666987DEB268}" destId="{654C1C08-0114-4FAB-A07D-3F314DAE67A4}" srcOrd="4" destOrd="0" parTransId="{11D22B56-1AA7-422C-A24B-58A286254465}" sibTransId="{444A4A13-4957-463A-94D4-06B9431340F0}"/>
    <dgm:cxn modelId="{52B89719-CCD6-4C73-BE4F-4F60D3E5F529}" srcId="{96F7BEE8-29B2-4DF6-934B-666987DEB268}" destId="{1EDD4F0D-1FAA-4940-8B7F-4F3E791E14DB}" srcOrd="5" destOrd="0" parTransId="{75FCE928-C729-4DBA-B1D5-900DCF6C2C07}" sibTransId="{135D99F5-8DCC-4FF3-BDC0-53B12BF106B4}"/>
    <dgm:cxn modelId="{1F557C24-13B3-4D9A-B191-95DAF7F606C2}" srcId="{96F7BEE8-29B2-4DF6-934B-666987DEB268}" destId="{C0783BFF-D43E-4F14-8266-B8724C0E9FAB}" srcOrd="3" destOrd="0" parTransId="{22DD8029-37EC-4FFD-BEA6-2BCF5480A6A8}" sibTransId="{B5949FC4-1FF8-477E-90BC-18E639EC77B4}"/>
    <dgm:cxn modelId="{B38D0C32-4D8D-4E7F-9421-D4C616E1B474}" srcId="{96F7BEE8-29B2-4DF6-934B-666987DEB268}" destId="{78CC035F-57DD-4D64-8DC9-1C9F200F06DA}" srcOrd="2" destOrd="0" parTransId="{ED96E218-C002-4650-A80F-36AD4A2A66EA}" sibTransId="{BC4FBB2A-29A9-4475-99FC-F8E9F6026F5B}"/>
    <dgm:cxn modelId="{74007B36-8FF8-454E-81FB-08D6BE501D40}" srcId="{96F7BEE8-29B2-4DF6-934B-666987DEB268}" destId="{67060003-CE09-4747-9B25-42C4FB3C9875}" srcOrd="6" destOrd="0" parTransId="{BA6AFD20-9C5E-485A-B7EB-15AF5C662983}" sibTransId="{A230014F-BDA1-437E-973F-9C4170E8BC20}"/>
    <dgm:cxn modelId="{D6B0C237-FAF3-4656-9D7E-9C2FFCB6B934}" type="presOf" srcId="{654C1C08-0114-4FAB-A07D-3F314DAE67A4}" destId="{ED3135BC-508F-42C0-BD6E-333D688844BB}" srcOrd="0" destOrd="0" presId="urn:microsoft.com/office/officeart/2008/layout/LinedList"/>
    <dgm:cxn modelId="{8ED97B46-D03F-43BA-A3B0-16C0546ABE37}" srcId="{96F7BEE8-29B2-4DF6-934B-666987DEB268}" destId="{6C20D28D-73E8-4664-B68F-2A7BD0A125B7}" srcOrd="0" destOrd="0" parTransId="{62588741-7036-4D2B-9E28-A3CE79A80989}" sibTransId="{CDD1F605-CC75-4F17-9525-7D76DE918558}"/>
    <dgm:cxn modelId="{60194E8C-1CB1-4AFB-9BBC-B2ACD2774F3A}" srcId="{96F7BEE8-29B2-4DF6-934B-666987DEB268}" destId="{3B57B70E-9C4C-4E7E-9613-05021A177EB3}" srcOrd="1" destOrd="0" parTransId="{51EA5FDF-2601-4EF5-BAB1-71E06732EAB8}" sibTransId="{97D4128F-1D4A-4259-8947-82A6B4894ED2}"/>
    <dgm:cxn modelId="{7359968F-A209-4BB3-9BF9-C85E9354ED8E}" type="presOf" srcId="{3B57B70E-9C4C-4E7E-9613-05021A177EB3}" destId="{60647AB8-809A-4527-A551-BFA93F54B43C}" srcOrd="0" destOrd="0" presId="urn:microsoft.com/office/officeart/2008/layout/LinedList"/>
    <dgm:cxn modelId="{C8C90F9F-2A82-4A1E-B732-E9B0BCF50099}" type="presOf" srcId="{6C20D28D-73E8-4664-B68F-2A7BD0A125B7}" destId="{48B7566A-1839-4993-B404-3791D182B901}" srcOrd="0" destOrd="0" presId="urn:microsoft.com/office/officeart/2008/layout/LinedList"/>
    <dgm:cxn modelId="{2D3685A2-460C-46C4-BF5F-EC62712D64B0}" type="presOf" srcId="{78CC035F-57DD-4D64-8DC9-1C9F200F06DA}" destId="{9D56B1B6-4DEA-4614-A01B-86218FB8531E}" srcOrd="0" destOrd="0" presId="urn:microsoft.com/office/officeart/2008/layout/LinedList"/>
    <dgm:cxn modelId="{242B9BB0-38E2-42F6-82DE-3FBDA724509C}" type="presOf" srcId="{C0783BFF-D43E-4F14-8266-B8724C0E9FAB}" destId="{472A22C0-C77C-4896-BB68-87E30EA51F10}" srcOrd="0" destOrd="0" presId="urn:microsoft.com/office/officeart/2008/layout/LinedList"/>
    <dgm:cxn modelId="{9AE54EB3-B6A4-4B9D-9619-0C45D2F0304C}" type="presOf" srcId="{67060003-CE09-4747-9B25-42C4FB3C9875}" destId="{3A3A6E1A-EF1F-4315-89D0-BB32F4FA7C82}" srcOrd="0" destOrd="0" presId="urn:microsoft.com/office/officeart/2008/layout/LinedList"/>
    <dgm:cxn modelId="{3132F2B5-40CC-4B9D-97C9-0EC726371431}" srcId="{96F7BEE8-29B2-4DF6-934B-666987DEB268}" destId="{7618592C-1CF5-4FF8-98D5-976ED3A6E585}" srcOrd="7" destOrd="0" parTransId="{A8E7EED3-10E6-4D58-A897-1077A8A743BF}" sibTransId="{BCC1BA83-A7DF-4BBB-9064-151DF8EAF0A3}"/>
    <dgm:cxn modelId="{368117C4-AEC9-4D6F-89DA-4D965BDF9EBA}" type="presOf" srcId="{96F7BEE8-29B2-4DF6-934B-666987DEB268}" destId="{06F2FB9A-1016-4E0C-90AE-865E26014295}" srcOrd="0" destOrd="0" presId="urn:microsoft.com/office/officeart/2008/layout/LinedList"/>
    <dgm:cxn modelId="{A3E3EDCF-3C5D-4719-9893-EA10D16CC70C}" type="presOf" srcId="{1EDD4F0D-1FAA-4940-8B7F-4F3E791E14DB}" destId="{BCC12109-EF3F-4809-8E79-F9D886659046}" srcOrd="0" destOrd="0" presId="urn:microsoft.com/office/officeart/2008/layout/LinedList"/>
    <dgm:cxn modelId="{B0EC4AF9-981F-4BB0-8318-C1AED5C8B3BA}" type="presOf" srcId="{7618592C-1CF5-4FF8-98D5-976ED3A6E585}" destId="{3B411F61-0D04-4A00-9E1B-B0DF925BF096}" srcOrd="0" destOrd="0" presId="urn:microsoft.com/office/officeart/2008/layout/LinedList"/>
    <dgm:cxn modelId="{77639300-8C9C-40D7-BE02-B258DB794513}" type="presParOf" srcId="{06F2FB9A-1016-4E0C-90AE-865E26014295}" destId="{9F9ECFEE-9C08-441C-8572-3E1221B382C9}" srcOrd="0" destOrd="0" presId="urn:microsoft.com/office/officeart/2008/layout/LinedList"/>
    <dgm:cxn modelId="{6E12BEC2-1703-4CC5-843D-F9F4DD71115D}" type="presParOf" srcId="{06F2FB9A-1016-4E0C-90AE-865E26014295}" destId="{2FB4FA86-72FB-4BA7-8D3D-016E2A7E2B12}" srcOrd="1" destOrd="0" presId="urn:microsoft.com/office/officeart/2008/layout/LinedList"/>
    <dgm:cxn modelId="{FD7C7848-F983-4FC1-B341-F625A0D3C451}" type="presParOf" srcId="{2FB4FA86-72FB-4BA7-8D3D-016E2A7E2B12}" destId="{48B7566A-1839-4993-B404-3791D182B901}" srcOrd="0" destOrd="0" presId="urn:microsoft.com/office/officeart/2008/layout/LinedList"/>
    <dgm:cxn modelId="{2827D359-6417-48DA-953E-1E9E8134D407}" type="presParOf" srcId="{2FB4FA86-72FB-4BA7-8D3D-016E2A7E2B12}" destId="{DC364CE0-A274-47DA-8FAD-038761D5A667}" srcOrd="1" destOrd="0" presId="urn:microsoft.com/office/officeart/2008/layout/LinedList"/>
    <dgm:cxn modelId="{E1F1D50D-8F44-4F68-9966-725FFFAC1FC6}" type="presParOf" srcId="{06F2FB9A-1016-4E0C-90AE-865E26014295}" destId="{71310DF6-4577-408A-9592-87CBBF6D4B56}" srcOrd="2" destOrd="0" presId="urn:microsoft.com/office/officeart/2008/layout/LinedList"/>
    <dgm:cxn modelId="{53562C36-EAF3-4CFB-B981-2346EABAFFF0}" type="presParOf" srcId="{06F2FB9A-1016-4E0C-90AE-865E26014295}" destId="{09D5B78C-ED09-4EF4-BE55-B3B1DD8F5F4C}" srcOrd="3" destOrd="0" presId="urn:microsoft.com/office/officeart/2008/layout/LinedList"/>
    <dgm:cxn modelId="{671E204F-A890-445E-94B8-55B9231A0852}" type="presParOf" srcId="{09D5B78C-ED09-4EF4-BE55-B3B1DD8F5F4C}" destId="{60647AB8-809A-4527-A551-BFA93F54B43C}" srcOrd="0" destOrd="0" presId="urn:microsoft.com/office/officeart/2008/layout/LinedList"/>
    <dgm:cxn modelId="{6FED7DDD-83F9-4E2F-B954-B3CCD3859590}" type="presParOf" srcId="{09D5B78C-ED09-4EF4-BE55-B3B1DD8F5F4C}" destId="{2EE61294-CC84-4E63-9113-D345F38B5F27}" srcOrd="1" destOrd="0" presId="urn:microsoft.com/office/officeart/2008/layout/LinedList"/>
    <dgm:cxn modelId="{7027C0FE-3D2A-4001-9ED3-0C227810E1E0}" type="presParOf" srcId="{06F2FB9A-1016-4E0C-90AE-865E26014295}" destId="{E13EE0D1-6056-4876-B6E6-4DCBD9467626}" srcOrd="4" destOrd="0" presId="urn:microsoft.com/office/officeart/2008/layout/LinedList"/>
    <dgm:cxn modelId="{933D0A45-5421-48E1-A67C-0061094D2460}" type="presParOf" srcId="{06F2FB9A-1016-4E0C-90AE-865E26014295}" destId="{AB4140B5-AAEE-4BE7-8495-77E39A8C069E}" srcOrd="5" destOrd="0" presId="urn:microsoft.com/office/officeart/2008/layout/LinedList"/>
    <dgm:cxn modelId="{BA472683-8A56-4C16-91C2-5F864EAA09A2}" type="presParOf" srcId="{AB4140B5-AAEE-4BE7-8495-77E39A8C069E}" destId="{9D56B1B6-4DEA-4614-A01B-86218FB8531E}" srcOrd="0" destOrd="0" presId="urn:microsoft.com/office/officeart/2008/layout/LinedList"/>
    <dgm:cxn modelId="{CA9CBA8C-AEAD-4748-9BA4-20C8ECFE95FF}" type="presParOf" srcId="{AB4140B5-AAEE-4BE7-8495-77E39A8C069E}" destId="{649C576B-679B-400C-950F-3D0BC83AB28A}" srcOrd="1" destOrd="0" presId="urn:microsoft.com/office/officeart/2008/layout/LinedList"/>
    <dgm:cxn modelId="{99B09A4F-BADB-4A5F-9A09-B3ADF539385A}" type="presParOf" srcId="{06F2FB9A-1016-4E0C-90AE-865E26014295}" destId="{7FA8AC4D-7E5C-4AAC-858C-DA4833C563F0}" srcOrd="6" destOrd="0" presId="urn:microsoft.com/office/officeart/2008/layout/LinedList"/>
    <dgm:cxn modelId="{8D2AED91-3BAF-408A-B73C-2FE2CBD7105A}" type="presParOf" srcId="{06F2FB9A-1016-4E0C-90AE-865E26014295}" destId="{E413800E-A6C8-4A64-ACBF-DA0F12498D33}" srcOrd="7" destOrd="0" presId="urn:microsoft.com/office/officeart/2008/layout/LinedList"/>
    <dgm:cxn modelId="{CC69BAA0-7C26-47B3-8F2F-D14D3C45A497}" type="presParOf" srcId="{E413800E-A6C8-4A64-ACBF-DA0F12498D33}" destId="{472A22C0-C77C-4896-BB68-87E30EA51F10}" srcOrd="0" destOrd="0" presId="urn:microsoft.com/office/officeart/2008/layout/LinedList"/>
    <dgm:cxn modelId="{34311A2A-9773-4A62-B65E-7489A59C8565}" type="presParOf" srcId="{E413800E-A6C8-4A64-ACBF-DA0F12498D33}" destId="{0618D3B1-A03B-420B-8121-2C157A1AB608}" srcOrd="1" destOrd="0" presId="urn:microsoft.com/office/officeart/2008/layout/LinedList"/>
    <dgm:cxn modelId="{EAFCF882-A981-4DFE-815C-50E2C95601EB}" type="presParOf" srcId="{06F2FB9A-1016-4E0C-90AE-865E26014295}" destId="{A7B8279B-BE9D-43DE-A05C-18DCAB6DE4F2}" srcOrd="8" destOrd="0" presId="urn:microsoft.com/office/officeart/2008/layout/LinedList"/>
    <dgm:cxn modelId="{2D39B4B0-C711-43E3-AE77-3E374DD98D3A}" type="presParOf" srcId="{06F2FB9A-1016-4E0C-90AE-865E26014295}" destId="{994CD34A-3EC3-4192-BD9E-72CA21D668A3}" srcOrd="9" destOrd="0" presId="urn:microsoft.com/office/officeart/2008/layout/LinedList"/>
    <dgm:cxn modelId="{E851DE5C-881C-492F-85B6-C8ACCE3E89B1}" type="presParOf" srcId="{994CD34A-3EC3-4192-BD9E-72CA21D668A3}" destId="{ED3135BC-508F-42C0-BD6E-333D688844BB}" srcOrd="0" destOrd="0" presId="urn:microsoft.com/office/officeart/2008/layout/LinedList"/>
    <dgm:cxn modelId="{144B0632-1DA0-4C83-9B36-36E22B3DC335}" type="presParOf" srcId="{994CD34A-3EC3-4192-BD9E-72CA21D668A3}" destId="{BD9A019D-3699-4941-AB0B-02090569BE31}" srcOrd="1" destOrd="0" presId="urn:microsoft.com/office/officeart/2008/layout/LinedList"/>
    <dgm:cxn modelId="{6AD4FCC9-6753-42B4-BB83-F76324AD8838}" type="presParOf" srcId="{06F2FB9A-1016-4E0C-90AE-865E26014295}" destId="{BBE78A0E-65C0-4309-97F8-8C98F2D6FBFD}" srcOrd="10" destOrd="0" presId="urn:microsoft.com/office/officeart/2008/layout/LinedList"/>
    <dgm:cxn modelId="{21A573A3-299D-402F-B7D8-13CFF73ECF64}" type="presParOf" srcId="{06F2FB9A-1016-4E0C-90AE-865E26014295}" destId="{EE204E07-1D8D-4873-94B9-7A8016A143ED}" srcOrd="11" destOrd="0" presId="urn:microsoft.com/office/officeart/2008/layout/LinedList"/>
    <dgm:cxn modelId="{2537F88A-0A40-40C6-AC1E-26608BDFFE34}" type="presParOf" srcId="{EE204E07-1D8D-4873-94B9-7A8016A143ED}" destId="{BCC12109-EF3F-4809-8E79-F9D886659046}" srcOrd="0" destOrd="0" presId="urn:microsoft.com/office/officeart/2008/layout/LinedList"/>
    <dgm:cxn modelId="{BF4B94E2-E609-45E7-B06F-85CC5B558DF5}" type="presParOf" srcId="{EE204E07-1D8D-4873-94B9-7A8016A143ED}" destId="{90DB3E64-29B3-446A-8EB2-7BD8694CA62C}" srcOrd="1" destOrd="0" presId="urn:microsoft.com/office/officeart/2008/layout/LinedList"/>
    <dgm:cxn modelId="{A4FC08F3-DB09-4221-83BC-7A1B116B2ED1}" type="presParOf" srcId="{06F2FB9A-1016-4E0C-90AE-865E26014295}" destId="{874E4642-8B3E-4DB7-865E-28A9C8CAE2B2}" srcOrd="12" destOrd="0" presId="urn:microsoft.com/office/officeart/2008/layout/LinedList"/>
    <dgm:cxn modelId="{24946335-B2FE-443A-9DDF-F94025EE4FCB}" type="presParOf" srcId="{06F2FB9A-1016-4E0C-90AE-865E26014295}" destId="{0BD0DBA8-79E4-4E1E-8BED-6DB0B9608EBD}" srcOrd="13" destOrd="0" presId="urn:microsoft.com/office/officeart/2008/layout/LinedList"/>
    <dgm:cxn modelId="{2BEF9315-01B0-4AE8-909E-FDB1E3766273}" type="presParOf" srcId="{0BD0DBA8-79E4-4E1E-8BED-6DB0B9608EBD}" destId="{3A3A6E1A-EF1F-4315-89D0-BB32F4FA7C82}" srcOrd="0" destOrd="0" presId="urn:microsoft.com/office/officeart/2008/layout/LinedList"/>
    <dgm:cxn modelId="{70726CB5-9BE7-44F7-90C6-169C56D6C65D}" type="presParOf" srcId="{0BD0DBA8-79E4-4E1E-8BED-6DB0B9608EBD}" destId="{2E13874D-1E48-4FED-A789-51615249FB28}" srcOrd="1" destOrd="0" presId="urn:microsoft.com/office/officeart/2008/layout/LinedList"/>
    <dgm:cxn modelId="{2E08CDFA-DF1C-4C12-B3C3-A35388F1DAA4}" type="presParOf" srcId="{06F2FB9A-1016-4E0C-90AE-865E26014295}" destId="{4B11DA87-FC22-4A32-AFE0-64F397530A8B}" srcOrd="14" destOrd="0" presId="urn:microsoft.com/office/officeart/2008/layout/LinedList"/>
    <dgm:cxn modelId="{D6B2DFE8-51F7-4BF3-AEF3-A466CA693B78}" type="presParOf" srcId="{06F2FB9A-1016-4E0C-90AE-865E26014295}" destId="{A93F94BD-1ED5-412C-805D-70BD19C9048A}" srcOrd="15" destOrd="0" presId="urn:microsoft.com/office/officeart/2008/layout/LinedList"/>
    <dgm:cxn modelId="{C946A124-13DD-4558-A98E-EA50CE03D51A}" type="presParOf" srcId="{A93F94BD-1ED5-412C-805D-70BD19C9048A}" destId="{3B411F61-0D04-4A00-9E1B-B0DF925BF096}" srcOrd="0" destOrd="0" presId="urn:microsoft.com/office/officeart/2008/layout/LinedList"/>
    <dgm:cxn modelId="{BD9E87D4-B61A-4E4F-A1F8-8CB810F4D54F}" type="presParOf" srcId="{A93F94BD-1ED5-412C-805D-70BD19C9048A}" destId="{BDF846DD-96F3-456D-93BB-4ED41B8AF02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B917095-15F9-44A7-8C97-6CD199FF06A5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304F9B4-61FD-4005-9A6F-B84B6D2B97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S"/>
            <a:t>Fiabilidad y legalidad</a:t>
          </a:r>
          <a:endParaRPr lang="en-US"/>
        </a:p>
      </dgm:t>
    </dgm:pt>
    <dgm:pt modelId="{A29FC680-B64E-4D63-8913-CF07712AE8D6}" type="parTrans" cxnId="{0FF3446F-534B-42A0-A959-2279EE380929}">
      <dgm:prSet/>
      <dgm:spPr/>
      <dgm:t>
        <a:bodyPr/>
        <a:lstStyle/>
        <a:p>
          <a:endParaRPr lang="en-US"/>
        </a:p>
      </dgm:t>
    </dgm:pt>
    <dgm:pt modelId="{C59AF44A-1A36-4CC8-86F1-0EA864A9A2E4}" type="sibTrans" cxnId="{0FF3446F-534B-42A0-A959-2279EE380929}">
      <dgm:prSet/>
      <dgm:spPr/>
      <dgm:t>
        <a:bodyPr/>
        <a:lstStyle/>
        <a:p>
          <a:endParaRPr lang="en-US"/>
        </a:p>
      </dgm:t>
    </dgm:pt>
    <dgm:pt modelId="{AA37F12F-2CD2-414E-A863-EC9001A907D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S"/>
            <a:t>Modularidad</a:t>
          </a:r>
          <a:endParaRPr lang="en-US"/>
        </a:p>
      </dgm:t>
    </dgm:pt>
    <dgm:pt modelId="{9BBA56AD-170D-447D-B502-875C6E23CEFB}" type="parTrans" cxnId="{20C4C39E-03A9-490B-8D5B-F54F98B20341}">
      <dgm:prSet/>
      <dgm:spPr/>
      <dgm:t>
        <a:bodyPr/>
        <a:lstStyle/>
        <a:p>
          <a:endParaRPr lang="en-US"/>
        </a:p>
      </dgm:t>
    </dgm:pt>
    <dgm:pt modelId="{A41FF5F8-C497-4A69-A5E1-A5B9409217DF}" type="sibTrans" cxnId="{20C4C39E-03A9-490B-8D5B-F54F98B20341}">
      <dgm:prSet/>
      <dgm:spPr/>
      <dgm:t>
        <a:bodyPr/>
        <a:lstStyle/>
        <a:p>
          <a:endParaRPr lang="en-US"/>
        </a:p>
      </dgm:t>
    </dgm:pt>
    <dgm:pt modelId="{D62CE52C-343C-4D4C-9D7B-C005B73679C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Ampliación</a:t>
          </a:r>
          <a:endParaRPr lang="en-US"/>
        </a:p>
      </dgm:t>
    </dgm:pt>
    <dgm:pt modelId="{AAD306B1-0C70-425E-95CD-809CFDFB9467}" type="parTrans" cxnId="{517E1304-639C-4606-8E67-DE1703E1EC45}">
      <dgm:prSet/>
      <dgm:spPr/>
      <dgm:t>
        <a:bodyPr/>
        <a:lstStyle/>
        <a:p>
          <a:endParaRPr lang="en-US"/>
        </a:p>
      </dgm:t>
    </dgm:pt>
    <dgm:pt modelId="{B3712E95-9B76-4C9D-AA53-A558A5221006}" type="sibTrans" cxnId="{517E1304-639C-4606-8E67-DE1703E1EC45}">
      <dgm:prSet/>
      <dgm:spPr/>
      <dgm:t>
        <a:bodyPr/>
        <a:lstStyle/>
        <a:p>
          <a:endParaRPr lang="en-US"/>
        </a:p>
      </dgm:t>
    </dgm:pt>
    <dgm:pt modelId="{21B1C7FF-490B-4BD5-B85E-2409293D81D3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Reutilización de código</a:t>
          </a:r>
          <a:endParaRPr lang="en-US"/>
        </a:p>
      </dgm:t>
    </dgm:pt>
    <dgm:pt modelId="{720E22FC-98F4-4C0D-BBC3-FEF2E972B42C}" type="parTrans" cxnId="{21EC74C1-9002-409F-8B32-0F89A946D362}">
      <dgm:prSet/>
      <dgm:spPr/>
      <dgm:t>
        <a:bodyPr/>
        <a:lstStyle/>
        <a:p>
          <a:endParaRPr lang="en-US"/>
        </a:p>
      </dgm:t>
    </dgm:pt>
    <dgm:pt modelId="{247ACF8E-91A3-4849-9A4F-12033FDAD9BD}" type="sibTrans" cxnId="{21EC74C1-9002-409F-8B32-0F89A946D362}">
      <dgm:prSet/>
      <dgm:spPr/>
      <dgm:t>
        <a:bodyPr/>
        <a:lstStyle/>
        <a:p>
          <a:endParaRPr lang="en-US"/>
        </a:p>
      </dgm:t>
    </dgm:pt>
    <dgm:pt modelId="{72659A31-5AB8-4575-BAB3-EB3A6C394E5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ES"/>
            <a:t>Documentación</a:t>
          </a:r>
          <a:endParaRPr lang="en-US"/>
        </a:p>
      </dgm:t>
    </dgm:pt>
    <dgm:pt modelId="{0F57A112-43A5-43D6-BC18-338000F92C24}" type="parTrans" cxnId="{29A945E7-CACB-4782-8561-F0D1B6858A49}">
      <dgm:prSet/>
      <dgm:spPr/>
      <dgm:t>
        <a:bodyPr/>
        <a:lstStyle/>
        <a:p>
          <a:endParaRPr lang="en-US"/>
        </a:p>
      </dgm:t>
    </dgm:pt>
    <dgm:pt modelId="{DADD40DB-B52F-470B-BF50-E241378F7612}" type="sibTrans" cxnId="{29A945E7-CACB-4782-8561-F0D1B6858A49}">
      <dgm:prSet/>
      <dgm:spPr/>
      <dgm:t>
        <a:bodyPr/>
        <a:lstStyle/>
        <a:p>
          <a:endParaRPr lang="en-US"/>
        </a:p>
      </dgm:t>
    </dgm:pt>
    <dgm:pt modelId="{DAC8A4C4-F734-46F7-B46D-C4F99DFA6C6E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Causas de detección</a:t>
          </a:r>
          <a:endParaRPr lang="en-US"/>
        </a:p>
      </dgm:t>
    </dgm:pt>
    <dgm:pt modelId="{BA6F76C5-6B40-4930-B8A6-ABEC0FECAC0C}" type="parTrans" cxnId="{2F3EA3ED-6F10-403D-BBE9-95B56936DBA9}">
      <dgm:prSet/>
      <dgm:spPr/>
      <dgm:t>
        <a:bodyPr/>
        <a:lstStyle/>
        <a:p>
          <a:endParaRPr lang="en-US"/>
        </a:p>
      </dgm:t>
    </dgm:pt>
    <dgm:pt modelId="{5B99DF27-5DFC-45D5-B2A8-4AE1A4902F4E}" type="sibTrans" cxnId="{2F3EA3ED-6F10-403D-BBE9-95B56936DBA9}">
      <dgm:prSet/>
      <dgm:spPr/>
      <dgm:t>
        <a:bodyPr/>
        <a:lstStyle/>
        <a:p>
          <a:endParaRPr lang="en-US"/>
        </a:p>
      </dgm:t>
    </dgm:pt>
    <dgm:pt modelId="{76FCF9EA-BF4C-4FE9-90C0-1BD0F5EEBA6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Evasión efectiva</a:t>
          </a:r>
          <a:endParaRPr lang="en-US"/>
        </a:p>
      </dgm:t>
    </dgm:pt>
    <dgm:pt modelId="{43AAF683-4CA0-4116-9A38-881783CCED63}" type="parTrans" cxnId="{C9BE4793-0CDF-4333-A183-3F7B2069236A}">
      <dgm:prSet/>
      <dgm:spPr/>
      <dgm:t>
        <a:bodyPr/>
        <a:lstStyle/>
        <a:p>
          <a:endParaRPr lang="en-US"/>
        </a:p>
      </dgm:t>
    </dgm:pt>
    <dgm:pt modelId="{5C225F1C-466A-4B32-ACDD-EEA4FAB21F72}" type="sibTrans" cxnId="{C9BE4793-0CDF-4333-A183-3F7B2069236A}">
      <dgm:prSet/>
      <dgm:spPr/>
      <dgm:t>
        <a:bodyPr/>
        <a:lstStyle/>
        <a:p>
          <a:endParaRPr lang="en-US"/>
        </a:p>
      </dgm:t>
    </dgm:pt>
    <dgm:pt modelId="{B4BB6C97-0288-4E9A-82F2-3634E8FE03E1}" type="pres">
      <dgm:prSet presAssocID="{1B917095-15F9-44A7-8C97-6CD199FF06A5}" presName="root" presStyleCnt="0">
        <dgm:presLayoutVars>
          <dgm:dir/>
          <dgm:resizeHandles val="exact"/>
        </dgm:presLayoutVars>
      </dgm:prSet>
      <dgm:spPr/>
    </dgm:pt>
    <dgm:pt modelId="{C224B388-988D-4193-A72B-F190F9BB9E1B}" type="pres">
      <dgm:prSet presAssocID="{2304F9B4-61FD-4005-9A6F-B84B6D2B970E}" presName="compNode" presStyleCnt="0"/>
      <dgm:spPr/>
    </dgm:pt>
    <dgm:pt modelId="{53FE6F11-4B1E-4E68-86B6-3D0D41E99865}" type="pres">
      <dgm:prSet presAssocID="{2304F9B4-61FD-4005-9A6F-B84B6D2B970E}" presName="iconRect" presStyleLbl="node1" presStyleIdx="0" presStyleCnt="3" custLinFactNeighborX="89105" custLinFactNeighborY="-585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10CBD727-CECA-4BA5-AB35-5B6F0A7F7BFA}" type="pres">
      <dgm:prSet presAssocID="{2304F9B4-61FD-4005-9A6F-B84B6D2B970E}" presName="iconSpace" presStyleCnt="0"/>
      <dgm:spPr/>
    </dgm:pt>
    <dgm:pt modelId="{543BDD02-79A2-4BAB-B110-B6C359C4F6F2}" type="pres">
      <dgm:prSet presAssocID="{2304F9B4-61FD-4005-9A6F-B84B6D2B970E}" presName="parTx" presStyleLbl="revTx" presStyleIdx="0" presStyleCnt="6">
        <dgm:presLayoutVars>
          <dgm:chMax val="0"/>
          <dgm:chPref val="0"/>
        </dgm:presLayoutVars>
      </dgm:prSet>
      <dgm:spPr/>
    </dgm:pt>
    <dgm:pt modelId="{ACED7ECA-6CE8-469F-A054-0FD36726DA5C}" type="pres">
      <dgm:prSet presAssocID="{2304F9B4-61FD-4005-9A6F-B84B6D2B970E}" presName="txSpace" presStyleCnt="0"/>
      <dgm:spPr/>
    </dgm:pt>
    <dgm:pt modelId="{C09384A1-A719-4780-A663-0D6115BADAAB}" type="pres">
      <dgm:prSet presAssocID="{2304F9B4-61FD-4005-9A6F-B84B6D2B970E}" presName="desTx" presStyleLbl="revTx" presStyleIdx="1" presStyleCnt="6">
        <dgm:presLayoutVars/>
      </dgm:prSet>
      <dgm:spPr/>
    </dgm:pt>
    <dgm:pt modelId="{50D5FDAF-49CF-4E46-9EC6-18B67BD6E44B}" type="pres">
      <dgm:prSet presAssocID="{C59AF44A-1A36-4CC8-86F1-0EA864A9A2E4}" presName="sibTrans" presStyleCnt="0"/>
      <dgm:spPr/>
    </dgm:pt>
    <dgm:pt modelId="{27868430-55A0-46B4-873C-AFC5F5E2BFE0}" type="pres">
      <dgm:prSet presAssocID="{AA37F12F-2CD2-414E-A863-EC9001A907D0}" presName="compNode" presStyleCnt="0"/>
      <dgm:spPr/>
    </dgm:pt>
    <dgm:pt modelId="{3CADFBE8-D22A-4567-BFB7-3DAF6CEC043A}" type="pres">
      <dgm:prSet presAssocID="{AA37F12F-2CD2-414E-A863-EC9001A907D0}" presName="iconRect" presStyleLbl="node1" presStyleIdx="1" presStyleCnt="3" custAng="0" custLinFactNeighborX="20630" custLinFactNeighborY="-585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5D935CFF-6C3D-4366-8FCA-EEB1AE4A02F2}" type="pres">
      <dgm:prSet presAssocID="{AA37F12F-2CD2-414E-A863-EC9001A907D0}" presName="iconSpace" presStyleCnt="0"/>
      <dgm:spPr/>
    </dgm:pt>
    <dgm:pt modelId="{6480A6D1-34D2-4D75-9FA6-CEDD47AF431B}" type="pres">
      <dgm:prSet presAssocID="{AA37F12F-2CD2-414E-A863-EC9001A907D0}" presName="parTx" presStyleLbl="revTx" presStyleIdx="2" presStyleCnt="6">
        <dgm:presLayoutVars>
          <dgm:chMax val="0"/>
          <dgm:chPref val="0"/>
        </dgm:presLayoutVars>
      </dgm:prSet>
      <dgm:spPr/>
    </dgm:pt>
    <dgm:pt modelId="{59CB0187-0D45-44BC-8D65-EE2481E256A7}" type="pres">
      <dgm:prSet presAssocID="{AA37F12F-2CD2-414E-A863-EC9001A907D0}" presName="txSpace" presStyleCnt="0"/>
      <dgm:spPr/>
    </dgm:pt>
    <dgm:pt modelId="{67D144E7-4B44-4FE8-B27D-732E02A55B9E}" type="pres">
      <dgm:prSet presAssocID="{AA37F12F-2CD2-414E-A863-EC9001A907D0}" presName="desTx" presStyleLbl="revTx" presStyleIdx="3" presStyleCnt="6">
        <dgm:presLayoutVars/>
      </dgm:prSet>
      <dgm:spPr/>
    </dgm:pt>
    <dgm:pt modelId="{2217D390-7111-4A5E-9584-083CCC66B48D}" type="pres">
      <dgm:prSet presAssocID="{A41FF5F8-C497-4A69-A5E1-A5B9409217DF}" presName="sibTrans" presStyleCnt="0"/>
      <dgm:spPr/>
    </dgm:pt>
    <dgm:pt modelId="{50016166-960D-433E-AE62-CB8BC9D9DF53}" type="pres">
      <dgm:prSet presAssocID="{72659A31-5AB8-4575-BAB3-EB3A6C394E5E}" presName="compNode" presStyleCnt="0"/>
      <dgm:spPr/>
    </dgm:pt>
    <dgm:pt modelId="{240EEBA2-69B2-40C9-A6F6-C0E9BAF68977}" type="pres">
      <dgm:prSet presAssocID="{72659A31-5AB8-4575-BAB3-EB3A6C394E5E}" presName="iconRect" presStyleLbl="node1" presStyleIdx="2" presStyleCnt="3" custLinFactNeighborX="44355" custLinFactNeighborY="-585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33BEFD8-653F-4470-8B2B-BB61D3F0121E}" type="pres">
      <dgm:prSet presAssocID="{72659A31-5AB8-4575-BAB3-EB3A6C394E5E}" presName="iconSpace" presStyleCnt="0"/>
      <dgm:spPr/>
    </dgm:pt>
    <dgm:pt modelId="{C372616C-2722-4113-A079-AF0D39901330}" type="pres">
      <dgm:prSet presAssocID="{72659A31-5AB8-4575-BAB3-EB3A6C394E5E}" presName="parTx" presStyleLbl="revTx" presStyleIdx="4" presStyleCnt="6">
        <dgm:presLayoutVars>
          <dgm:chMax val="0"/>
          <dgm:chPref val="0"/>
        </dgm:presLayoutVars>
      </dgm:prSet>
      <dgm:spPr/>
    </dgm:pt>
    <dgm:pt modelId="{92A55BF1-F884-4C15-A769-F4D69951ECEC}" type="pres">
      <dgm:prSet presAssocID="{72659A31-5AB8-4575-BAB3-EB3A6C394E5E}" presName="txSpace" presStyleCnt="0"/>
      <dgm:spPr/>
    </dgm:pt>
    <dgm:pt modelId="{DF13D0D0-F46A-48AE-98E5-7DCFCF928593}" type="pres">
      <dgm:prSet presAssocID="{72659A31-5AB8-4575-BAB3-EB3A6C394E5E}" presName="desTx" presStyleLbl="revTx" presStyleIdx="5" presStyleCnt="6">
        <dgm:presLayoutVars/>
      </dgm:prSet>
      <dgm:spPr/>
    </dgm:pt>
  </dgm:ptLst>
  <dgm:cxnLst>
    <dgm:cxn modelId="{517E1304-639C-4606-8E67-DE1703E1EC45}" srcId="{AA37F12F-2CD2-414E-A863-EC9001A907D0}" destId="{D62CE52C-343C-4D4C-9D7B-C005B73679CF}" srcOrd="0" destOrd="0" parTransId="{AAD306B1-0C70-425E-95CD-809CFDFB9467}" sibTransId="{B3712E95-9B76-4C9D-AA53-A558A5221006}"/>
    <dgm:cxn modelId="{69825919-66AC-4B25-AD81-017B3A671288}" type="presOf" srcId="{21B1C7FF-490B-4BD5-B85E-2409293D81D3}" destId="{67D144E7-4B44-4FE8-B27D-732E02A55B9E}" srcOrd="0" destOrd="1" presId="urn:microsoft.com/office/officeart/2018/2/layout/IconLabelDescriptionList"/>
    <dgm:cxn modelId="{8B399A26-F8DC-4653-9514-5458083D8884}" type="presOf" srcId="{D62CE52C-343C-4D4C-9D7B-C005B73679CF}" destId="{67D144E7-4B44-4FE8-B27D-732E02A55B9E}" srcOrd="0" destOrd="0" presId="urn:microsoft.com/office/officeart/2018/2/layout/IconLabelDescriptionList"/>
    <dgm:cxn modelId="{94493440-39A7-483F-8BCC-983908CFF948}" type="presOf" srcId="{76FCF9EA-BF4C-4FE9-90C0-1BD0F5EEBA6D}" destId="{DF13D0D0-F46A-48AE-98E5-7DCFCF928593}" srcOrd="0" destOrd="1" presId="urn:microsoft.com/office/officeart/2018/2/layout/IconLabelDescriptionList"/>
    <dgm:cxn modelId="{386B8165-F2E3-48B3-90E3-3AB3F5A93003}" type="presOf" srcId="{72659A31-5AB8-4575-BAB3-EB3A6C394E5E}" destId="{C372616C-2722-4113-A079-AF0D39901330}" srcOrd="0" destOrd="0" presId="urn:microsoft.com/office/officeart/2018/2/layout/IconLabelDescriptionList"/>
    <dgm:cxn modelId="{CFEB8165-1FA8-4F14-A699-6CF9CB5AFD3C}" type="presOf" srcId="{DAC8A4C4-F734-46F7-B46D-C4F99DFA6C6E}" destId="{DF13D0D0-F46A-48AE-98E5-7DCFCF928593}" srcOrd="0" destOrd="0" presId="urn:microsoft.com/office/officeart/2018/2/layout/IconLabelDescriptionList"/>
    <dgm:cxn modelId="{0FF3446F-534B-42A0-A959-2279EE380929}" srcId="{1B917095-15F9-44A7-8C97-6CD199FF06A5}" destId="{2304F9B4-61FD-4005-9A6F-B84B6D2B970E}" srcOrd="0" destOrd="0" parTransId="{A29FC680-B64E-4D63-8913-CF07712AE8D6}" sibTransId="{C59AF44A-1A36-4CC8-86F1-0EA864A9A2E4}"/>
    <dgm:cxn modelId="{7399618E-8246-479A-8609-BFAC9A31C09E}" type="presOf" srcId="{1B917095-15F9-44A7-8C97-6CD199FF06A5}" destId="{B4BB6C97-0288-4E9A-82F2-3634E8FE03E1}" srcOrd="0" destOrd="0" presId="urn:microsoft.com/office/officeart/2018/2/layout/IconLabelDescriptionList"/>
    <dgm:cxn modelId="{C9BE4793-0CDF-4333-A183-3F7B2069236A}" srcId="{72659A31-5AB8-4575-BAB3-EB3A6C394E5E}" destId="{76FCF9EA-BF4C-4FE9-90C0-1BD0F5EEBA6D}" srcOrd="1" destOrd="0" parTransId="{43AAF683-4CA0-4116-9A38-881783CCED63}" sibTransId="{5C225F1C-466A-4B32-ACDD-EEA4FAB21F72}"/>
    <dgm:cxn modelId="{20C4C39E-03A9-490B-8D5B-F54F98B20341}" srcId="{1B917095-15F9-44A7-8C97-6CD199FF06A5}" destId="{AA37F12F-2CD2-414E-A863-EC9001A907D0}" srcOrd="1" destOrd="0" parTransId="{9BBA56AD-170D-447D-B502-875C6E23CEFB}" sibTransId="{A41FF5F8-C497-4A69-A5E1-A5B9409217DF}"/>
    <dgm:cxn modelId="{21EC74C1-9002-409F-8B32-0F89A946D362}" srcId="{AA37F12F-2CD2-414E-A863-EC9001A907D0}" destId="{21B1C7FF-490B-4BD5-B85E-2409293D81D3}" srcOrd="1" destOrd="0" parTransId="{720E22FC-98F4-4C0D-BBC3-FEF2E972B42C}" sibTransId="{247ACF8E-91A3-4849-9A4F-12033FDAD9BD}"/>
    <dgm:cxn modelId="{975745D7-3329-432E-9A29-5BAEB263E11C}" type="presOf" srcId="{AA37F12F-2CD2-414E-A863-EC9001A907D0}" destId="{6480A6D1-34D2-4D75-9FA6-CEDD47AF431B}" srcOrd="0" destOrd="0" presId="urn:microsoft.com/office/officeart/2018/2/layout/IconLabelDescriptionList"/>
    <dgm:cxn modelId="{29A945E7-CACB-4782-8561-F0D1B6858A49}" srcId="{1B917095-15F9-44A7-8C97-6CD199FF06A5}" destId="{72659A31-5AB8-4575-BAB3-EB3A6C394E5E}" srcOrd="2" destOrd="0" parTransId="{0F57A112-43A5-43D6-BC18-338000F92C24}" sibTransId="{DADD40DB-B52F-470B-BF50-E241378F7612}"/>
    <dgm:cxn modelId="{40B07CE7-2543-44CD-9CD9-C5755E1DCCBC}" type="presOf" srcId="{2304F9B4-61FD-4005-9A6F-B84B6D2B970E}" destId="{543BDD02-79A2-4BAB-B110-B6C359C4F6F2}" srcOrd="0" destOrd="0" presId="urn:microsoft.com/office/officeart/2018/2/layout/IconLabelDescriptionList"/>
    <dgm:cxn modelId="{2F3EA3ED-6F10-403D-BBE9-95B56936DBA9}" srcId="{72659A31-5AB8-4575-BAB3-EB3A6C394E5E}" destId="{DAC8A4C4-F734-46F7-B46D-C4F99DFA6C6E}" srcOrd="0" destOrd="0" parTransId="{BA6F76C5-6B40-4930-B8A6-ABEC0FECAC0C}" sibTransId="{5B99DF27-5DFC-45D5-B2A8-4AE1A4902F4E}"/>
    <dgm:cxn modelId="{CCF95855-347A-4203-B679-D40144B1C823}" type="presParOf" srcId="{B4BB6C97-0288-4E9A-82F2-3634E8FE03E1}" destId="{C224B388-988D-4193-A72B-F190F9BB9E1B}" srcOrd="0" destOrd="0" presId="urn:microsoft.com/office/officeart/2018/2/layout/IconLabelDescriptionList"/>
    <dgm:cxn modelId="{6866E450-D6C8-44CD-9A0F-6448499145DB}" type="presParOf" srcId="{C224B388-988D-4193-A72B-F190F9BB9E1B}" destId="{53FE6F11-4B1E-4E68-86B6-3D0D41E99865}" srcOrd="0" destOrd="0" presId="urn:microsoft.com/office/officeart/2018/2/layout/IconLabelDescriptionList"/>
    <dgm:cxn modelId="{1CC19728-DAAB-4F03-9B40-759F02899645}" type="presParOf" srcId="{C224B388-988D-4193-A72B-F190F9BB9E1B}" destId="{10CBD727-CECA-4BA5-AB35-5B6F0A7F7BFA}" srcOrd="1" destOrd="0" presId="urn:microsoft.com/office/officeart/2018/2/layout/IconLabelDescriptionList"/>
    <dgm:cxn modelId="{5872FEFB-EB9F-4CC8-8F4A-5988BBC00E15}" type="presParOf" srcId="{C224B388-988D-4193-A72B-F190F9BB9E1B}" destId="{543BDD02-79A2-4BAB-B110-B6C359C4F6F2}" srcOrd="2" destOrd="0" presId="urn:microsoft.com/office/officeart/2018/2/layout/IconLabelDescriptionList"/>
    <dgm:cxn modelId="{83F4DA55-B9F7-449E-88D4-F3F17DA72682}" type="presParOf" srcId="{C224B388-988D-4193-A72B-F190F9BB9E1B}" destId="{ACED7ECA-6CE8-469F-A054-0FD36726DA5C}" srcOrd="3" destOrd="0" presId="urn:microsoft.com/office/officeart/2018/2/layout/IconLabelDescriptionList"/>
    <dgm:cxn modelId="{97D4C8CA-F9FC-4D02-AB7B-0B0D85AD1D94}" type="presParOf" srcId="{C224B388-988D-4193-A72B-F190F9BB9E1B}" destId="{C09384A1-A719-4780-A663-0D6115BADAAB}" srcOrd="4" destOrd="0" presId="urn:microsoft.com/office/officeart/2018/2/layout/IconLabelDescriptionList"/>
    <dgm:cxn modelId="{8260010B-A2B5-420B-9D5E-76CB74D8A4A1}" type="presParOf" srcId="{B4BB6C97-0288-4E9A-82F2-3634E8FE03E1}" destId="{50D5FDAF-49CF-4E46-9EC6-18B67BD6E44B}" srcOrd="1" destOrd="0" presId="urn:microsoft.com/office/officeart/2018/2/layout/IconLabelDescriptionList"/>
    <dgm:cxn modelId="{BE229EC6-8426-4659-89B7-6CDBBD6582EA}" type="presParOf" srcId="{B4BB6C97-0288-4E9A-82F2-3634E8FE03E1}" destId="{27868430-55A0-46B4-873C-AFC5F5E2BFE0}" srcOrd="2" destOrd="0" presId="urn:microsoft.com/office/officeart/2018/2/layout/IconLabelDescriptionList"/>
    <dgm:cxn modelId="{529CC50A-7B0D-426B-B905-9E8001A4D05B}" type="presParOf" srcId="{27868430-55A0-46B4-873C-AFC5F5E2BFE0}" destId="{3CADFBE8-D22A-4567-BFB7-3DAF6CEC043A}" srcOrd="0" destOrd="0" presId="urn:microsoft.com/office/officeart/2018/2/layout/IconLabelDescriptionList"/>
    <dgm:cxn modelId="{8C290F58-79E4-49AD-A194-702361FD1502}" type="presParOf" srcId="{27868430-55A0-46B4-873C-AFC5F5E2BFE0}" destId="{5D935CFF-6C3D-4366-8FCA-EEB1AE4A02F2}" srcOrd="1" destOrd="0" presId="urn:microsoft.com/office/officeart/2018/2/layout/IconLabelDescriptionList"/>
    <dgm:cxn modelId="{880C61F5-3A09-4F81-8237-48530A5F5BFE}" type="presParOf" srcId="{27868430-55A0-46B4-873C-AFC5F5E2BFE0}" destId="{6480A6D1-34D2-4D75-9FA6-CEDD47AF431B}" srcOrd="2" destOrd="0" presId="urn:microsoft.com/office/officeart/2018/2/layout/IconLabelDescriptionList"/>
    <dgm:cxn modelId="{9C460E28-E43E-4BCF-8FE3-DFF6F4B095A0}" type="presParOf" srcId="{27868430-55A0-46B4-873C-AFC5F5E2BFE0}" destId="{59CB0187-0D45-44BC-8D65-EE2481E256A7}" srcOrd="3" destOrd="0" presId="urn:microsoft.com/office/officeart/2018/2/layout/IconLabelDescriptionList"/>
    <dgm:cxn modelId="{D7C045AE-2CCA-491B-BC83-25F78BA302CC}" type="presParOf" srcId="{27868430-55A0-46B4-873C-AFC5F5E2BFE0}" destId="{67D144E7-4B44-4FE8-B27D-732E02A55B9E}" srcOrd="4" destOrd="0" presId="urn:microsoft.com/office/officeart/2018/2/layout/IconLabelDescriptionList"/>
    <dgm:cxn modelId="{6C228F19-F901-4476-B94C-2BC57A1890B7}" type="presParOf" srcId="{B4BB6C97-0288-4E9A-82F2-3634E8FE03E1}" destId="{2217D390-7111-4A5E-9584-083CCC66B48D}" srcOrd="3" destOrd="0" presId="urn:microsoft.com/office/officeart/2018/2/layout/IconLabelDescriptionList"/>
    <dgm:cxn modelId="{7C8FB55A-5D18-4835-AADB-EFB2B9AE4BC5}" type="presParOf" srcId="{B4BB6C97-0288-4E9A-82F2-3634E8FE03E1}" destId="{50016166-960D-433E-AE62-CB8BC9D9DF53}" srcOrd="4" destOrd="0" presId="urn:microsoft.com/office/officeart/2018/2/layout/IconLabelDescriptionList"/>
    <dgm:cxn modelId="{96DFC1E9-3439-4050-ADED-B4D37A137B16}" type="presParOf" srcId="{50016166-960D-433E-AE62-CB8BC9D9DF53}" destId="{240EEBA2-69B2-40C9-A6F6-C0E9BAF68977}" srcOrd="0" destOrd="0" presId="urn:microsoft.com/office/officeart/2018/2/layout/IconLabelDescriptionList"/>
    <dgm:cxn modelId="{723CBBEA-B2AC-4508-AAE2-E6BAD582B806}" type="presParOf" srcId="{50016166-960D-433E-AE62-CB8BC9D9DF53}" destId="{633BEFD8-653F-4470-8B2B-BB61D3F0121E}" srcOrd="1" destOrd="0" presId="urn:microsoft.com/office/officeart/2018/2/layout/IconLabelDescriptionList"/>
    <dgm:cxn modelId="{ED803474-5854-4318-A6B9-AB0622768328}" type="presParOf" srcId="{50016166-960D-433E-AE62-CB8BC9D9DF53}" destId="{C372616C-2722-4113-A079-AF0D39901330}" srcOrd="2" destOrd="0" presId="urn:microsoft.com/office/officeart/2018/2/layout/IconLabelDescriptionList"/>
    <dgm:cxn modelId="{D26C1F43-E78C-4BCD-90E3-C3795CE0E066}" type="presParOf" srcId="{50016166-960D-433E-AE62-CB8BC9D9DF53}" destId="{92A55BF1-F884-4C15-A769-F4D69951ECEC}" srcOrd="3" destOrd="0" presId="urn:microsoft.com/office/officeart/2018/2/layout/IconLabelDescriptionList"/>
    <dgm:cxn modelId="{42640105-940D-46B0-A1FE-9AF89BE036F1}" type="presParOf" srcId="{50016166-960D-433E-AE62-CB8BC9D9DF53}" destId="{DF13D0D0-F46A-48AE-98E5-7DCFCF92859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6F7BEE8-29B2-4DF6-934B-666987DEB268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57B70E-9C4C-4E7E-9613-05021A177EB3}">
      <dgm:prSet/>
      <dgm:spPr/>
      <dgm:t>
        <a:bodyPr/>
        <a:lstStyle/>
        <a:p>
          <a:r>
            <a:rPr lang="es-ES" b="0" dirty="0"/>
            <a:t>Análisis de necesidad</a:t>
          </a:r>
          <a:endParaRPr lang="en-US" b="0" dirty="0"/>
        </a:p>
      </dgm:t>
    </dgm:pt>
    <dgm:pt modelId="{51EA5FDF-2601-4EF5-BAB1-71E06732EAB8}" type="parTrans" cxnId="{60194E8C-1CB1-4AFB-9BBC-B2ACD2774F3A}">
      <dgm:prSet/>
      <dgm:spPr/>
      <dgm:t>
        <a:bodyPr/>
        <a:lstStyle/>
        <a:p>
          <a:endParaRPr lang="en-US"/>
        </a:p>
      </dgm:t>
    </dgm:pt>
    <dgm:pt modelId="{97D4128F-1D4A-4259-8947-82A6B4894ED2}" type="sibTrans" cxnId="{60194E8C-1CB1-4AFB-9BBC-B2ACD2774F3A}">
      <dgm:prSet/>
      <dgm:spPr/>
      <dgm:t>
        <a:bodyPr/>
        <a:lstStyle/>
        <a:p>
          <a:endParaRPr lang="en-US"/>
        </a:p>
      </dgm:t>
    </dgm:pt>
    <dgm:pt modelId="{76BB8BF0-7638-42BD-8E6F-B73927A9EB02}">
      <dgm:prSet/>
      <dgm:spPr/>
      <dgm:t>
        <a:bodyPr/>
        <a:lstStyle/>
        <a:p>
          <a:r>
            <a:rPr lang="es-ES" b="1" dirty="0"/>
            <a:t>Investigación inicial</a:t>
          </a:r>
          <a:endParaRPr lang="en-US" b="1" dirty="0"/>
        </a:p>
      </dgm:t>
    </dgm:pt>
    <dgm:pt modelId="{56EAC38C-111A-4DC9-BFC3-399A616CF0B1}" type="parTrans" cxnId="{DB504EA5-7C8B-4568-8EAC-895872285F58}">
      <dgm:prSet/>
      <dgm:spPr/>
      <dgm:t>
        <a:bodyPr/>
        <a:lstStyle/>
        <a:p>
          <a:endParaRPr lang="en-US"/>
        </a:p>
      </dgm:t>
    </dgm:pt>
    <dgm:pt modelId="{D5B502D7-558D-487F-873F-F2ABCFAA7286}" type="sibTrans" cxnId="{DB504EA5-7C8B-4568-8EAC-895872285F58}">
      <dgm:prSet/>
      <dgm:spPr/>
      <dgm:t>
        <a:bodyPr/>
        <a:lstStyle/>
        <a:p>
          <a:endParaRPr lang="en-US"/>
        </a:p>
      </dgm:t>
    </dgm:pt>
    <dgm:pt modelId="{D3E7F0BF-49A1-4518-89A9-30816F341182}">
      <dgm:prSet/>
      <dgm:spPr/>
      <dgm:t>
        <a:bodyPr/>
        <a:lstStyle/>
        <a:p>
          <a:r>
            <a:rPr lang="es-ES"/>
            <a:t>Estudio de alternativas</a:t>
          </a:r>
          <a:endParaRPr lang="en-US"/>
        </a:p>
      </dgm:t>
    </dgm:pt>
    <dgm:pt modelId="{C619D95B-AF87-444F-9FE9-9AB1C51BB99B}" type="parTrans" cxnId="{AAA9063D-4ECA-414A-95E0-C3C0F1A473F2}">
      <dgm:prSet/>
      <dgm:spPr/>
      <dgm:t>
        <a:bodyPr/>
        <a:lstStyle/>
        <a:p>
          <a:endParaRPr lang="en-US"/>
        </a:p>
      </dgm:t>
    </dgm:pt>
    <dgm:pt modelId="{156D45E4-D58A-4CD1-829F-2DF6B3AB2980}" type="sibTrans" cxnId="{AAA9063D-4ECA-414A-95E0-C3C0F1A473F2}">
      <dgm:prSet/>
      <dgm:spPr/>
      <dgm:t>
        <a:bodyPr/>
        <a:lstStyle/>
        <a:p>
          <a:endParaRPr lang="en-US"/>
        </a:p>
      </dgm:t>
    </dgm:pt>
    <dgm:pt modelId="{6055B4ED-C30F-4549-BFCB-091A6F66D3A8}">
      <dgm:prSet/>
      <dgm:spPr/>
      <dgm:t>
        <a:bodyPr/>
        <a:lstStyle/>
        <a:p>
          <a:r>
            <a:rPr lang="es-ES"/>
            <a:t>Diseño e implementación</a:t>
          </a:r>
          <a:endParaRPr lang="en-US"/>
        </a:p>
      </dgm:t>
    </dgm:pt>
    <dgm:pt modelId="{74656000-C26F-4DDF-B14E-DE92150B4669}" type="parTrans" cxnId="{9F74CD8D-92EF-45C6-94BB-0E15A6FF9867}">
      <dgm:prSet/>
      <dgm:spPr/>
      <dgm:t>
        <a:bodyPr/>
        <a:lstStyle/>
        <a:p>
          <a:endParaRPr lang="en-US"/>
        </a:p>
      </dgm:t>
    </dgm:pt>
    <dgm:pt modelId="{BF483E69-9E7F-429B-B5D0-DC6E3BE1DC6D}" type="sibTrans" cxnId="{9F74CD8D-92EF-45C6-94BB-0E15A6FF9867}">
      <dgm:prSet/>
      <dgm:spPr/>
      <dgm:t>
        <a:bodyPr/>
        <a:lstStyle/>
        <a:p>
          <a:endParaRPr lang="en-US"/>
        </a:p>
      </dgm:t>
    </dgm:pt>
    <dgm:pt modelId="{95395F12-487C-4745-B6B3-CA5A8B3E51C6}">
      <dgm:prSet/>
      <dgm:spPr/>
      <dgm:t>
        <a:bodyPr/>
        <a:lstStyle/>
        <a:p>
          <a:r>
            <a:rPr lang="es-ES"/>
            <a:t>Ejecución de pruebas</a:t>
          </a:r>
          <a:endParaRPr lang="en-US"/>
        </a:p>
      </dgm:t>
    </dgm:pt>
    <dgm:pt modelId="{7C7AE26A-7348-41FB-8A30-710E1742AEDE}" type="parTrans" cxnId="{5A02A8FF-D2E4-4FE9-91FB-EF64EA4EEE3D}">
      <dgm:prSet/>
      <dgm:spPr/>
      <dgm:t>
        <a:bodyPr/>
        <a:lstStyle/>
        <a:p>
          <a:endParaRPr lang="en-US"/>
        </a:p>
      </dgm:t>
    </dgm:pt>
    <dgm:pt modelId="{CA0A6F93-36C9-424F-8F13-1BF0B9B0522D}" type="sibTrans" cxnId="{5A02A8FF-D2E4-4FE9-91FB-EF64EA4EEE3D}">
      <dgm:prSet/>
      <dgm:spPr/>
      <dgm:t>
        <a:bodyPr/>
        <a:lstStyle/>
        <a:p>
          <a:endParaRPr lang="en-US"/>
        </a:p>
      </dgm:t>
    </dgm:pt>
    <dgm:pt modelId="{FFC61F4A-B00B-46DA-8CBF-64A1879FB355}">
      <dgm:prSet/>
      <dgm:spPr/>
      <dgm:t>
        <a:bodyPr/>
        <a:lstStyle/>
        <a:p>
          <a:r>
            <a:rPr lang="es-ES" dirty="0"/>
            <a:t>Reducción de detectabilidad</a:t>
          </a:r>
          <a:endParaRPr lang="en-US" dirty="0"/>
        </a:p>
      </dgm:t>
    </dgm:pt>
    <dgm:pt modelId="{496B552B-0655-44D7-AD3F-731D190F9F9D}" type="parTrans" cxnId="{3262E145-4C0F-4226-AD93-615E07B4B341}">
      <dgm:prSet/>
      <dgm:spPr/>
      <dgm:t>
        <a:bodyPr/>
        <a:lstStyle/>
        <a:p>
          <a:endParaRPr lang="en-US"/>
        </a:p>
      </dgm:t>
    </dgm:pt>
    <dgm:pt modelId="{97DA99C0-85EC-42BF-B91A-91A3DE9699AE}" type="sibTrans" cxnId="{3262E145-4C0F-4226-AD93-615E07B4B341}">
      <dgm:prSet/>
      <dgm:spPr/>
      <dgm:t>
        <a:bodyPr/>
        <a:lstStyle/>
        <a:p>
          <a:endParaRPr lang="en-US"/>
        </a:p>
      </dgm:t>
    </dgm:pt>
    <dgm:pt modelId="{2899D4E3-3CAD-46B2-9581-CF9697022546}">
      <dgm:prSet/>
      <dgm:spPr/>
      <dgm:t>
        <a:bodyPr/>
        <a:lstStyle/>
        <a:p>
          <a:r>
            <a:rPr lang="es-ES" dirty="0"/>
            <a:t>Conclusiones y Ampliaciones</a:t>
          </a:r>
          <a:endParaRPr lang="en-US" dirty="0"/>
        </a:p>
      </dgm:t>
    </dgm:pt>
    <dgm:pt modelId="{1C5B1662-7FF4-467F-8E1B-CF309FB1C02C}" type="parTrans" cxnId="{BF6EAAC5-752E-4478-AE80-A7193A2AB2F9}">
      <dgm:prSet/>
      <dgm:spPr/>
      <dgm:t>
        <a:bodyPr/>
        <a:lstStyle/>
        <a:p>
          <a:endParaRPr lang="en-US"/>
        </a:p>
      </dgm:t>
    </dgm:pt>
    <dgm:pt modelId="{782F20D0-6AA9-4151-A65F-DC7F7BCF9796}" type="sibTrans" cxnId="{BF6EAAC5-752E-4478-AE80-A7193A2AB2F9}">
      <dgm:prSet/>
      <dgm:spPr/>
      <dgm:t>
        <a:bodyPr/>
        <a:lstStyle/>
        <a:p>
          <a:endParaRPr lang="en-US"/>
        </a:p>
      </dgm:t>
    </dgm:pt>
    <dgm:pt modelId="{06F2FB9A-1016-4E0C-90AE-865E26014295}" type="pres">
      <dgm:prSet presAssocID="{96F7BEE8-29B2-4DF6-934B-666987DEB268}" presName="vert0" presStyleCnt="0">
        <dgm:presLayoutVars>
          <dgm:dir/>
          <dgm:animOne val="branch"/>
          <dgm:animLvl val="lvl"/>
        </dgm:presLayoutVars>
      </dgm:prSet>
      <dgm:spPr/>
    </dgm:pt>
    <dgm:pt modelId="{71310DF6-4577-408A-9592-87CBBF6D4B56}" type="pres">
      <dgm:prSet presAssocID="{3B57B70E-9C4C-4E7E-9613-05021A177EB3}" presName="thickLine" presStyleLbl="alignNode1" presStyleIdx="0" presStyleCnt="7"/>
      <dgm:spPr/>
    </dgm:pt>
    <dgm:pt modelId="{09D5B78C-ED09-4EF4-BE55-B3B1DD8F5F4C}" type="pres">
      <dgm:prSet presAssocID="{3B57B70E-9C4C-4E7E-9613-05021A177EB3}" presName="horz1" presStyleCnt="0"/>
      <dgm:spPr/>
    </dgm:pt>
    <dgm:pt modelId="{60647AB8-809A-4527-A551-BFA93F54B43C}" type="pres">
      <dgm:prSet presAssocID="{3B57B70E-9C4C-4E7E-9613-05021A177EB3}" presName="tx1" presStyleLbl="revTx" presStyleIdx="0" presStyleCnt="7"/>
      <dgm:spPr/>
    </dgm:pt>
    <dgm:pt modelId="{2EE61294-CC84-4E63-9113-D345F38B5F27}" type="pres">
      <dgm:prSet presAssocID="{3B57B70E-9C4C-4E7E-9613-05021A177EB3}" presName="vert1" presStyleCnt="0"/>
      <dgm:spPr/>
    </dgm:pt>
    <dgm:pt modelId="{8D7B1858-1BE1-4D93-BEC6-98B0EA977B5E}" type="pres">
      <dgm:prSet presAssocID="{76BB8BF0-7638-42BD-8E6F-B73927A9EB02}" presName="thickLine" presStyleLbl="alignNode1" presStyleIdx="1" presStyleCnt="7"/>
      <dgm:spPr/>
    </dgm:pt>
    <dgm:pt modelId="{2C73D26F-062A-43CC-BFA3-5219FC43FF28}" type="pres">
      <dgm:prSet presAssocID="{76BB8BF0-7638-42BD-8E6F-B73927A9EB02}" presName="horz1" presStyleCnt="0"/>
      <dgm:spPr/>
    </dgm:pt>
    <dgm:pt modelId="{7A916706-4E88-4A37-88D5-E7CA63820114}" type="pres">
      <dgm:prSet presAssocID="{76BB8BF0-7638-42BD-8E6F-B73927A9EB02}" presName="tx1" presStyleLbl="revTx" presStyleIdx="1" presStyleCnt="7"/>
      <dgm:spPr/>
    </dgm:pt>
    <dgm:pt modelId="{62A98450-10E1-46CD-BA47-966F303E2C0D}" type="pres">
      <dgm:prSet presAssocID="{76BB8BF0-7638-42BD-8E6F-B73927A9EB02}" presName="vert1" presStyleCnt="0"/>
      <dgm:spPr/>
    </dgm:pt>
    <dgm:pt modelId="{43A7AD9F-F419-46D2-B13D-079CE72FBCD8}" type="pres">
      <dgm:prSet presAssocID="{D3E7F0BF-49A1-4518-89A9-30816F341182}" presName="thickLine" presStyleLbl="alignNode1" presStyleIdx="2" presStyleCnt="7"/>
      <dgm:spPr/>
    </dgm:pt>
    <dgm:pt modelId="{E36706FA-E4FE-4F96-86EC-94129F2A275F}" type="pres">
      <dgm:prSet presAssocID="{D3E7F0BF-49A1-4518-89A9-30816F341182}" presName="horz1" presStyleCnt="0"/>
      <dgm:spPr/>
    </dgm:pt>
    <dgm:pt modelId="{16335FDD-C06F-4393-AFEE-A935A88CFFB8}" type="pres">
      <dgm:prSet presAssocID="{D3E7F0BF-49A1-4518-89A9-30816F341182}" presName="tx1" presStyleLbl="revTx" presStyleIdx="2" presStyleCnt="7"/>
      <dgm:spPr/>
    </dgm:pt>
    <dgm:pt modelId="{3E52F8E8-1C18-48FD-A834-ADA29FB27D0C}" type="pres">
      <dgm:prSet presAssocID="{D3E7F0BF-49A1-4518-89A9-30816F341182}" presName="vert1" presStyleCnt="0"/>
      <dgm:spPr/>
    </dgm:pt>
    <dgm:pt modelId="{23CE7E00-AA6C-4998-9934-DF3C3D0CA3C6}" type="pres">
      <dgm:prSet presAssocID="{6055B4ED-C30F-4549-BFCB-091A6F66D3A8}" presName="thickLine" presStyleLbl="alignNode1" presStyleIdx="3" presStyleCnt="7"/>
      <dgm:spPr/>
    </dgm:pt>
    <dgm:pt modelId="{850AAAD0-E190-4BF2-B589-7C59A03BC30D}" type="pres">
      <dgm:prSet presAssocID="{6055B4ED-C30F-4549-BFCB-091A6F66D3A8}" presName="horz1" presStyleCnt="0"/>
      <dgm:spPr/>
    </dgm:pt>
    <dgm:pt modelId="{59E7AD3A-66B0-4479-9C4E-4B189125BE46}" type="pres">
      <dgm:prSet presAssocID="{6055B4ED-C30F-4549-BFCB-091A6F66D3A8}" presName="tx1" presStyleLbl="revTx" presStyleIdx="3" presStyleCnt="7"/>
      <dgm:spPr/>
    </dgm:pt>
    <dgm:pt modelId="{AAC224ED-F711-4327-AAAF-9F8FC74673D6}" type="pres">
      <dgm:prSet presAssocID="{6055B4ED-C30F-4549-BFCB-091A6F66D3A8}" presName="vert1" presStyleCnt="0"/>
      <dgm:spPr/>
    </dgm:pt>
    <dgm:pt modelId="{4FDC5E05-56EA-48A3-998F-34BC7C8FC984}" type="pres">
      <dgm:prSet presAssocID="{95395F12-487C-4745-B6B3-CA5A8B3E51C6}" presName="thickLine" presStyleLbl="alignNode1" presStyleIdx="4" presStyleCnt="7"/>
      <dgm:spPr/>
    </dgm:pt>
    <dgm:pt modelId="{251364D4-F722-46B7-B5CC-40C633BBEC7C}" type="pres">
      <dgm:prSet presAssocID="{95395F12-487C-4745-B6B3-CA5A8B3E51C6}" presName="horz1" presStyleCnt="0"/>
      <dgm:spPr/>
    </dgm:pt>
    <dgm:pt modelId="{09894015-B209-498D-83B1-1F536BC4049B}" type="pres">
      <dgm:prSet presAssocID="{95395F12-487C-4745-B6B3-CA5A8B3E51C6}" presName="tx1" presStyleLbl="revTx" presStyleIdx="4" presStyleCnt="7"/>
      <dgm:spPr/>
    </dgm:pt>
    <dgm:pt modelId="{974118EC-8336-4475-A2A6-93370949FA26}" type="pres">
      <dgm:prSet presAssocID="{95395F12-487C-4745-B6B3-CA5A8B3E51C6}" presName="vert1" presStyleCnt="0"/>
      <dgm:spPr/>
    </dgm:pt>
    <dgm:pt modelId="{F9BB2CA6-F60B-424F-81E3-9598470E0477}" type="pres">
      <dgm:prSet presAssocID="{FFC61F4A-B00B-46DA-8CBF-64A1879FB355}" presName="thickLine" presStyleLbl="alignNode1" presStyleIdx="5" presStyleCnt="7"/>
      <dgm:spPr/>
    </dgm:pt>
    <dgm:pt modelId="{7DD4CDC7-77DD-4D4E-8946-3F87A3721B6E}" type="pres">
      <dgm:prSet presAssocID="{FFC61F4A-B00B-46DA-8CBF-64A1879FB355}" presName="horz1" presStyleCnt="0"/>
      <dgm:spPr/>
    </dgm:pt>
    <dgm:pt modelId="{887A795A-1EC4-43DE-AA64-C7C80BFB1D14}" type="pres">
      <dgm:prSet presAssocID="{FFC61F4A-B00B-46DA-8CBF-64A1879FB355}" presName="tx1" presStyleLbl="revTx" presStyleIdx="5" presStyleCnt="7"/>
      <dgm:spPr/>
    </dgm:pt>
    <dgm:pt modelId="{76ABD80C-BA89-4FE0-ABA6-F89054AA017C}" type="pres">
      <dgm:prSet presAssocID="{FFC61F4A-B00B-46DA-8CBF-64A1879FB355}" presName="vert1" presStyleCnt="0"/>
      <dgm:spPr/>
    </dgm:pt>
    <dgm:pt modelId="{6E2DA852-A727-44E9-AE42-FFE3320390CB}" type="pres">
      <dgm:prSet presAssocID="{2899D4E3-3CAD-46B2-9581-CF9697022546}" presName="thickLine" presStyleLbl="alignNode1" presStyleIdx="6" presStyleCnt="7"/>
      <dgm:spPr/>
    </dgm:pt>
    <dgm:pt modelId="{7CA1CBF5-836E-4378-9E8A-012C25DCC774}" type="pres">
      <dgm:prSet presAssocID="{2899D4E3-3CAD-46B2-9581-CF9697022546}" presName="horz1" presStyleCnt="0"/>
      <dgm:spPr/>
    </dgm:pt>
    <dgm:pt modelId="{8A8AB5AE-2653-4C43-A369-0E2095D08EE7}" type="pres">
      <dgm:prSet presAssocID="{2899D4E3-3CAD-46B2-9581-CF9697022546}" presName="tx1" presStyleLbl="revTx" presStyleIdx="6" presStyleCnt="7"/>
      <dgm:spPr/>
    </dgm:pt>
    <dgm:pt modelId="{7631E14C-E645-4F5E-91E4-9374B47B7934}" type="pres">
      <dgm:prSet presAssocID="{2899D4E3-3CAD-46B2-9581-CF9697022546}" presName="vert1" presStyleCnt="0"/>
      <dgm:spPr/>
    </dgm:pt>
  </dgm:ptLst>
  <dgm:cxnLst>
    <dgm:cxn modelId="{1778C502-3601-4FAB-AA7C-A6AA1F9408B1}" type="presOf" srcId="{2899D4E3-3CAD-46B2-9581-CF9697022546}" destId="{8A8AB5AE-2653-4C43-A369-0E2095D08EE7}" srcOrd="0" destOrd="0" presId="urn:microsoft.com/office/officeart/2008/layout/LinedList"/>
    <dgm:cxn modelId="{AAA9063D-4ECA-414A-95E0-C3C0F1A473F2}" srcId="{96F7BEE8-29B2-4DF6-934B-666987DEB268}" destId="{D3E7F0BF-49A1-4518-89A9-30816F341182}" srcOrd="2" destOrd="0" parTransId="{C619D95B-AF87-444F-9FE9-9AB1C51BB99B}" sibTransId="{156D45E4-D58A-4CD1-829F-2DF6B3AB2980}"/>
    <dgm:cxn modelId="{3262E145-4C0F-4226-AD93-615E07B4B341}" srcId="{96F7BEE8-29B2-4DF6-934B-666987DEB268}" destId="{FFC61F4A-B00B-46DA-8CBF-64A1879FB355}" srcOrd="5" destOrd="0" parTransId="{496B552B-0655-44D7-AD3F-731D190F9F9D}" sibTransId="{97DA99C0-85EC-42BF-B91A-91A3DE9699AE}"/>
    <dgm:cxn modelId="{9D3F2F69-D7F0-42C1-9C9A-72E40963F852}" type="presOf" srcId="{D3E7F0BF-49A1-4518-89A9-30816F341182}" destId="{16335FDD-C06F-4393-AFEE-A935A88CFFB8}" srcOrd="0" destOrd="0" presId="urn:microsoft.com/office/officeart/2008/layout/LinedList"/>
    <dgm:cxn modelId="{8634E76F-58C7-4062-BF91-9F8BBA87A5AF}" type="presOf" srcId="{6055B4ED-C30F-4549-BFCB-091A6F66D3A8}" destId="{59E7AD3A-66B0-4479-9C4E-4B189125BE46}" srcOrd="0" destOrd="0" presId="urn:microsoft.com/office/officeart/2008/layout/LinedList"/>
    <dgm:cxn modelId="{6E23B07C-BCB2-4365-B80F-A278003CF300}" type="presOf" srcId="{95395F12-487C-4745-B6B3-CA5A8B3E51C6}" destId="{09894015-B209-498D-83B1-1F536BC4049B}" srcOrd="0" destOrd="0" presId="urn:microsoft.com/office/officeart/2008/layout/LinedList"/>
    <dgm:cxn modelId="{60194E8C-1CB1-4AFB-9BBC-B2ACD2774F3A}" srcId="{96F7BEE8-29B2-4DF6-934B-666987DEB268}" destId="{3B57B70E-9C4C-4E7E-9613-05021A177EB3}" srcOrd="0" destOrd="0" parTransId="{51EA5FDF-2601-4EF5-BAB1-71E06732EAB8}" sibTransId="{97D4128F-1D4A-4259-8947-82A6B4894ED2}"/>
    <dgm:cxn modelId="{9F74CD8D-92EF-45C6-94BB-0E15A6FF9867}" srcId="{96F7BEE8-29B2-4DF6-934B-666987DEB268}" destId="{6055B4ED-C30F-4549-BFCB-091A6F66D3A8}" srcOrd="3" destOrd="0" parTransId="{74656000-C26F-4DDF-B14E-DE92150B4669}" sibTransId="{BF483E69-9E7F-429B-B5D0-DC6E3BE1DC6D}"/>
    <dgm:cxn modelId="{7359968F-A209-4BB3-9BF9-C85E9354ED8E}" type="presOf" srcId="{3B57B70E-9C4C-4E7E-9613-05021A177EB3}" destId="{60647AB8-809A-4527-A551-BFA93F54B43C}" srcOrd="0" destOrd="0" presId="urn:microsoft.com/office/officeart/2008/layout/LinedList"/>
    <dgm:cxn modelId="{B5F826A2-237C-4FCE-9CD6-0B6661BDDBE5}" type="presOf" srcId="{FFC61F4A-B00B-46DA-8CBF-64A1879FB355}" destId="{887A795A-1EC4-43DE-AA64-C7C80BFB1D14}" srcOrd="0" destOrd="0" presId="urn:microsoft.com/office/officeart/2008/layout/LinedList"/>
    <dgm:cxn modelId="{DB504EA5-7C8B-4568-8EAC-895872285F58}" srcId="{96F7BEE8-29B2-4DF6-934B-666987DEB268}" destId="{76BB8BF0-7638-42BD-8E6F-B73927A9EB02}" srcOrd="1" destOrd="0" parTransId="{56EAC38C-111A-4DC9-BFC3-399A616CF0B1}" sibTransId="{D5B502D7-558D-487F-873F-F2ABCFAA7286}"/>
    <dgm:cxn modelId="{368117C4-AEC9-4D6F-89DA-4D965BDF9EBA}" type="presOf" srcId="{96F7BEE8-29B2-4DF6-934B-666987DEB268}" destId="{06F2FB9A-1016-4E0C-90AE-865E26014295}" srcOrd="0" destOrd="0" presId="urn:microsoft.com/office/officeart/2008/layout/LinedList"/>
    <dgm:cxn modelId="{BF6EAAC5-752E-4478-AE80-A7193A2AB2F9}" srcId="{96F7BEE8-29B2-4DF6-934B-666987DEB268}" destId="{2899D4E3-3CAD-46B2-9581-CF9697022546}" srcOrd="6" destOrd="0" parTransId="{1C5B1662-7FF4-467F-8E1B-CF309FB1C02C}" sibTransId="{782F20D0-6AA9-4151-A65F-DC7F7BCF9796}"/>
    <dgm:cxn modelId="{8E8461C8-8B39-46A9-BFB7-148F19B6F3A0}" type="presOf" srcId="{76BB8BF0-7638-42BD-8E6F-B73927A9EB02}" destId="{7A916706-4E88-4A37-88D5-E7CA63820114}" srcOrd="0" destOrd="0" presId="urn:microsoft.com/office/officeart/2008/layout/LinedList"/>
    <dgm:cxn modelId="{5A02A8FF-D2E4-4FE9-91FB-EF64EA4EEE3D}" srcId="{96F7BEE8-29B2-4DF6-934B-666987DEB268}" destId="{95395F12-487C-4745-B6B3-CA5A8B3E51C6}" srcOrd="4" destOrd="0" parTransId="{7C7AE26A-7348-41FB-8A30-710E1742AEDE}" sibTransId="{CA0A6F93-36C9-424F-8F13-1BF0B9B0522D}"/>
    <dgm:cxn modelId="{E1F1D50D-8F44-4F68-9966-725FFFAC1FC6}" type="presParOf" srcId="{06F2FB9A-1016-4E0C-90AE-865E26014295}" destId="{71310DF6-4577-408A-9592-87CBBF6D4B56}" srcOrd="0" destOrd="0" presId="urn:microsoft.com/office/officeart/2008/layout/LinedList"/>
    <dgm:cxn modelId="{53562C36-EAF3-4CFB-B981-2346EABAFFF0}" type="presParOf" srcId="{06F2FB9A-1016-4E0C-90AE-865E26014295}" destId="{09D5B78C-ED09-4EF4-BE55-B3B1DD8F5F4C}" srcOrd="1" destOrd="0" presId="urn:microsoft.com/office/officeart/2008/layout/LinedList"/>
    <dgm:cxn modelId="{671E204F-A890-445E-94B8-55B9231A0852}" type="presParOf" srcId="{09D5B78C-ED09-4EF4-BE55-B3B1DD8F5F4C}" destId="{60647AB8-809A-4527-A551-BFA93F54B43C}" srcOrd="0" destOrd="0" presId="urn:microsoft.com/office/officeart/2008/layout/LinedList"/>
    <dgm:cxn modelId="{6FED7DDD-83F9-4E2F-B954-B3CCD3859590}" type="presParOf" srcId="{09D5B78C-ED09-4EF4-BE55-B3B1DD8F5F4C}" destId="{2EE61294-CC84-4E63-9113-D345F38B5F27}" srcOrd="1" destOrd="0" presId="urn:microsoft.com/office/officeart/2008/layout/LinedList"/>
    <dgm:cxn modelId="{F8C07724-AA33-4B77-A922-698D5D5F9582}" type="presParOf" srcId="{06F2FB9A-1016-4E0C-90AE-865E26014295}" destId="{8D7B1858-1BE1-4D93-BEC6-98B0EA977B5E}" srcOrd="2" destOrd="0" presId="urn:microsoft.com/office/officeart/2008/layout/LinedList"/>
    <dgm:cxn modelId="{1A2AC29C-D054-4A0B-BDF3-BBFC25FC2484}" type="presParOf" srcId="{06F2FB9A-1016-4E0C-90AE-865E26014295}" destId="{2C73D26F-062A-43CC-BFA3-5219FC43FF28}" srcOrd="3" destOrd="0" presId="urn:microsoft.com/office/officeart/2008/layout/LinedList"/>
    <dgm:cxn modelId="{274C1AC8-869B-4012-952E-BE0F07AC278B}" type="presParOf" srcId="{2C73D26F-062A-43CC-BFA3-5219FC43FF28}" destId="{7A916706-4E88-4A37-88D5-E7CA63820114}" srcOrd="0" destOrd="0" presId="urn:microsoft.com/office/officeart/2008/layout/LinedList"/>
    <dgm:cxn modelId="{E743B495-AABB-43BE-AF23-21E01523F171}" type="presParOf" srcId="{2C73D26F-062A-43CC-BFA3-5219FC43FF28}" destId="{62A98450-10E1-46CD-BA47-966F303E2C0D}" srcOrd="1" destOrd="0" presId="urn:microsoft.com/office/officeart/2008/layout/LinedList"/>
    <dgm:cxn modelId="{6B0FC8B4-0FEA-45A5-AA04-8FEB0FB0A60E}" type="presParOf" srcId="{06F2FB9A-1016-4E0C-90AE-865E26014295}" destId="{43A7AD9F-F419-46D2-B13D-079CE72FBCD8}" srcOrd="4" destOrd="0" presId="urn:microsoft.com/office/officeart/2008/layout/LinedList"/>
    <dgm:cxn modelId="{EF581BB2-F579-467F-939C-AE3300F08041}" type="presParOf" srcId="{06F2FB9A-1016-4E0C-90AE-865E26014295}" destId="{E36706FA-E4FE-4F96-86EC-94129F2A275F}" srcOrd="5" destOrd="0" presId="urn:microsoft.com/office/officeart/2008/layout/LinedList"/>
    <dgm:cxn modelId="{7B99BE07-A5B0-415A-950E-B52D2399B7C7}" type="presParOf" srcId="{E36706FA-E4FE-4F96-86EC-94129F2A275F}" destId="{16335FDD-C06F-4393-AFEE-A935A88CFFB8}" srcOrd="0" destOrd="0" presId="urn:microsoft.com/office/officeart/2008/layout/LinedList"/>
    <dgm:cxn modelId="{8779EA6E-9BEC-435E-886F-EDE7BE8E957F}" type="presParOf" srcId="{E36706FA-E4FE-4F96-86EC-94129F2A275F}" destId="{3E52F8E8-1C18-48FD-A834-ADA29FB27D0C}" srcOrd="1" destOrd="0" presId="urn:microsoft.com/office/officeart/2008/layout/LinedList"/>
    <dgm:cxn modelId="{6BEF3EB3-1BA0-49CB-A252-7A157297AEE7}" type="presParOf" srcId="{06F2FB9A-1016-4E0C-90AE-865E26014295}" destId="{23CE7E00-AA6C-4998-9934-DF3C3D0CA3C6}" srcOrd="6" destOrd="0" presId="urn:microsoft.com/office/officeart/2008/layout/LinedList"/>
    <dgm:cxn modelId="{49AEB104-AB25-4B7B-9953-58463FB4C727}" type="presParOf" srcId="{06F2FB9A-1016-4E0C-90AE-865E26014295}" destId="{850AAAD0-E190-4BF2-B589-7C59A03BC30D}" srcOrd="7" destOrd="0" presId="urn:microsoft.com/office/officeart/2008/layout/LinedList"/>
    <dgm:cxn modelId="{28A3D0F4-D7D7-4626-86E5-B63D1E270954}" type="presParOf" srcId="{850AAAD0-E190-4BF2-B589-7C59A03BC30D}" destId="{59E7AD3A-66B0-4479-9C4E-4B189125BE46}" srcOrd="0" destOrd="0" presId="urn:microsoft.com/office/officeart/2008/layout/LinedList"/>
    <dgm:cxn modelId="{B9CE0291-EA4A-4F06-A82B-2DA74A07C3BC}" type="presParOf" srcId="{850AAAD0-E190-4BF2-B589-7C59A03BC30D}" destId="{AAC224ED-F711-4327-AAAF-9F8FC74673D6}" srcOrd="1" destOrd="0" presId="urn:microsoft.com/office/officeart/2008/layout/LinedList"/>
    <dgm:cxn modelId="{BA164FEB-4CF9-4684-9742-FA5B3A150D48}" type="presParOf" srcId="{06F2FB9A-1016-4E0C-90AE-865E26014295}" destId="{4FDC5E05-56EA-48A3-998F-34BC7C8FC984}" srcOrd="8" destOrd="0" presId="urn:microsoft.com/office/officeart/2008/layout/LinedList"/>
    <dgm:cxn modelId="{FBB302AB-04F6-4A4B-BA37-D9854BE412DE}" type="presParOf" srcId="{06F2FB9A-1016-4E0C-90AE-865E26014295}" destId="{251364D4-F722-46B7-B5CC-40C633BBEC7C}" srcOrd="9" destOrd="0" presId="urn:microsoft.com/office/officeart/2008/layout/LinedList"/>
    <dgm:cxn modelId="{5AF38EA5-F71D-4978-95AC-DE6D39751325}" type="presParOf" srcId="{251364D4-F722-46B7-B5CC-40C633BBEC7C}" destId="{09894015-B209-498D-83B1-1F536BC4049B}" srcOrd="0" destOrd="0" presId="urn:microsoft.com/office/officeart/2008/layout/LinedList"/>
    <dgm:cxn modelId="{D7F24749-E8C2-4E43-9133-DD596D6749B4}" type="presParOf" srcId="{251364D4-F722-46B7-B5CC-40C633BBEC7C}" destId="{974118EC-8336-4475-A2A6-93370949FA26}" srcOrd="1" destOrd="0" presId="urn:microsoft.com/office/officeart/2008/layout/LinedList"/>
    <dgm:cxn modelId="{4BD5B195-F566-44C6-BC65-8DFB88AF70D7}" type="presParOf" srcId="{06F2FB9A-1016-4E0C-90AE-865E26014295}" destId="{F9BB2CA6-F60B-424F-81E3-9598470E0477}" srcOrd="10" destOrd="0" presId="urn:microsoft.com/office/officeart/2008/layout/LinedList"/>
    <dgm:cxn modelId="{9352AA2B-7F4D-4FF4-9BCA-13A7667663DE}" type="presParOf" srcId="{06F2FB9A-1016-4E0C-90AE-865E26014295}" destId="{7DD4CDC7-77DD-4D4E-8946-3F87A3721B6E}" srcOrd="11" destOrd="0" presId="urn:microsoft.com/office/officeart/2008/layout/LinedList"/>
    <dgm:cxn modelId="{87C87B94-AB27-4D67-8C85-F5ECF2FB51E6}" type="presParOf" srcId="{7DD4CDC7-77DD-4D4E-8946-3F87A3721B6E}" destId="{887A795A-1EC4-43DE-AA64-C7C80BFB1D14}" srcOrd="0" destOrd="0" presId="urn:microsoft.com/office/officeart/2008/layout/LinedList"/>
    <dgm:cxn modelId="{BE0B16F1-68E8-457D-9B8F-06CF07D4347C}" type="presParOf" srcId="{7DD4CDC7-77DD-4D4E-8946-3F87A3721B6E}" destId="{76ABD80C-BA89-4FE0-ABA6-F89054AA017C}" srcOrd="1" destOrd="0" presId="urn:microsoft.com/office/officeart/2008/layout/LinedList"/>
    <dgm:cxn modelId="{22B21FAB-3190-4A8E-B80A-D31473CBF1B3}" type="presParOf" srcId="{06F2FB9A-1016-4E0C-90AE-865E26014295}" destId="{6E2DA852-A727-44E9-AE42-FFE3320390CB}" srcOrd="12" destOrd="0" presId="urn:microsoft.com/office/officeart/2008/layout/LinedList"/>
    <dgm:cxn modelId="{F57A484D-7935-4132-8876-458E1FADED6D}" type="presParOf" srcId="{06F2FB9A-1016-4E0C-90AE-865E26014295}" destId="{7CA1CBF5-836E-4378-9E8A-012C25DCC774}" srcOrd="13" destOrd="0" presId="urn:microsoft.com/office/officeart/2008/layout/LinedList"/>
    <dgm:cxn modelId="{82E185C5-5919-41C6-B1D1-198C55F221DC}" type="presParOf" srcId="{7CA1CBF5-836E-4378-9E8A-012C25DCC774}" destId="{8A8AB5AE-2653-4C43-A369-0E2095D08EE7}" srcOrd="0" destOrd="0" presId="urn:microsoft.com/office/officeart/2008/layout/LinedList"/>
    <dgm:cxn modelId="{FA7B1A63-3774-4C92-B581-690E199700AF}" type="presParOf" srcId="{7CA1CBF5-836E-4378-9E8A-012C25DCC774}" destId="{7631E14C-E645-4F5E-91E4-9374B47B79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E435C44-A527-4642-9FF6-CC3F16CC51D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30423D-20A5-4860-918A-303F50296019}">
      <dgm:prSet custT="1"/>
      <dgm:spPr>
        <a:solidFill>
          <a:srgbClr val="262626"/>
        </a:solidFill>
      </dgm:spPr>
      <dgm:t>
        <a:bodyPr/>
        <a:lstStyle/>
        <a:p>
          <a:r>
            <a:rPr lang="es-ES" sz="1400" dirty="0"/>
            <a:t>Doenerium</a:t>
          </a:r>
        </a:p>
        <a:p>
          <a:r>
            <a:rPr lang="en-US" sz="1400" dirty="0"/>
            <a:t>7/69</a:t>
          </a:r>
        </a:p>
      </dgm:t>
    </dgm:pt>
    <dgm:pt modelId="{9DDDCAA1-7E67-40E4-AD37-515664F9BDF2}" type="parTrans" cxnId="{A451931F-1A21-4A2C-8FD5-A4F9482EA2FA}">
      <dgm:prSet/>
      <dgm:spPr/>
      <dgm:t>
        <a:bodyPr/>
        <a:lstStyle/>
        <a:p>
          <a:endParaRPr lang="en-US"/>
        </a:p>
      </dgm:t>
    </dgm:pt>
    <dgm:pt modelId="{485FE1CB-2B10-469F-8DBD-67A0369E96CA}" type="sibTrans" cxnId="{A451931F-1A21-4A2C-8FD5-A4F9482EA2FA}">
      <dgm:prSet/>
      <dgm:spPr/>
      <dgm:t>
        <a:bodyPr/>
        <a:lstStyle/>
        <a:p>
          <a:endParaRPr lang="en-US"/>
        </a:p>
      </dgm:t>
    </dgm:pt>
    <dgm:pt modelId="{E1D725A8-D99E-4767-A651-A97A280789BE}">
      <dgm:prSet custT="1"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r>
            <a:rPr lang="es-ES" sz="1400" dirty="0" err="1"/>
            <a:t>InfoStealer</a:t>
          </a:r>
          <a:endParaRPr lang="es-ES" sz="1400" dirty="0"/>
        </a:p>
        <a:p>
          <a:r>
            <a:rPr lang="en-US" sz="1400" dirty="0"/>
            <a:t>13/73</a:t>
          </a:r>
        </a:p>
      </dgm:t>
    </dgm:pt>
    <dgm:pt modelId="{1C0B34B8-7CCA-4EF0-B397-39369EC32469}" type="parTrans" cxnId="{C1BE957B-3FFC-4978-9A54-C6133771764F}">
      <dgm:prSet/>
      <dgm:spPr/>
      <dgm:t>
        <a:bodyPr/>
        <a:lstStyle/>
        <a:p>
          <a:endParaRPr lang="en-US"/>
        </a:p>
      </dgm:t>
    </dgm:pt>
    <dgm:pt modelId="{DD3B2065-5048-4A17-AE76-6CF851A939D1}" type="sibTrans" cxnId="{C1BE957B-3FFC-4978-9A54-C6133771764F}">
      <dgm:prSet/>
      <dgm:spPr/>
      <dgm:t>
        <a:bodyPr/>
        <a:lstStyle/>
        <a:p>
          <a:endParaRPr lang="en-US"/>
        </a:p>
      </dgm:t>
    </dgm:pt>
    <dgm:pt modelId="{BEC309C1-8D2B-465E-9B96-D5EC121A11E0}">
      <dgm:prSet custT="1"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r>
            <a:rPr lang="es-ES" sz="1400" dirty="0"/>
            <a:t>SapphireStealer</a:t>
          </a:r>
        </a:p>
        <a:p>
          <a:r>
            <a:rPr lang="es-ES" sz="1400" dirty="0"/>
            <a:t>53/73</a:t>
          </a:r>
          <a:endParaRPr lang="en-US" sz="1400" dirty="0"/>
        </a:p>
      </dgm:t>
    </dgm:pt>
    <dgm:pt modelId="{19A05FEF-48B3-401D-BD40-3E81EF4E55CF}" type="parTrans" cxnId="{9421DF7F-1328-4603-AD98-FF4342C5C38C}">
      <dgm:prSet/>
      <dgm:spPr/>
      <dgm:t>
        <a:bodyPr/>
        <a:lstStyle/>
        <a:p>
          <a:endParaRPr lang="en-US"/>
        </a:p>
      </dgm:t>
    </dgm:pt>
    <dgm:pt modelId="{D4E5724F-FDBD-455B-B18B-A031DFF42402}" type="sibTrans" cxnId="{9421DF7F-1328-4603-AD98-FF4342C5C38C}">
      <dgm:prSet/>
      <dgm:spPr/>
      <dgm:t>
        <a:bodyPr/>
        <a:lstStyle/>
        <a:p>
          <a:endParaRPr lang="en-US"/>
        </a:p>
      </dgm:t>
    </dgm:pt>
    <dgm:pt modelId="{FD2F058C-C897-4A11-8EAA-2CA72CDDA883}">
      <dgm:prSet custT="1"/>
      <dgm:spPr>
        <a:solidFill>
          <a:schemeClr val="tx1">
            <a:lumMod val="85000"/>
            <a:lumOff val="15000"/>
          </a:schemeClr>
        </a:solidFill>
      </dgm:spPr>
      <dgm:t>
        <a:bodyPr/>
        <a:lstStyle/>
        <a:p>
          <a:r>
            <a:rPr lang="es-ES" sz="1400" dirty="0" err="1"/>
            <a:t>TrapStealer</a:t>
          </a:r>
          <a:endParaRPr lang="es-ES" sz="1400" dirty="0"/>
        </a:p>
        <a:p>
          <a:r>
            <a:rPr lang="es-ES" sz="1400" dirty="0"/>
            <a:t>12/72</a:t>
          </a:r>
          <a:endParaRPr lang="en-US" sz="1400" dirty="0"/>
        </a:p>
      </dgm:t>
    </dgm:pt>
    <dgm:pt modelId="{0FA36CB8-76A2-45BB-BB19-D34CC4691D9C}" type="parTrans" cxnId="{96C45392-B244-4123-A7FE-6E94D68E1573}">
      <dgm:prSet/>
      <dgm:spPr/>
      <dgm:t>
        <a:bodyPr/>
        <a:lstStyle/>
        <a:p>
          <a:endParaRPr lang="en-US"/>
        </a:p>
      </dgm:t>
    </dgm:pt>
    <dgm:pt modelId="{7B970608-B594-49D9-9940-51C0FEB73860}" type="sibTrans" cxnId="{96C45392-B244-4123-A7FE-6E94D68E1573}">
      <dgm:prSet/>
      <dgm:spPr/>
      <dgm:t>
        <a:bodyPr/>
        <a:lstStyle/>
        <a:p>
          <a:endParaRPr lang="en-US"/>
        </a:p>
      </dgm:t>
    </dgm:pt>
    <dgm:pt modelId="{92EDC2C5-72D8-42FF-8FD2-CB94218D2C3F}" type="pres">
      <dgm:prSet presAssocID="{DE435C44-A527-4642-9FF6-CC3F16CC51DE}" presName="matrix" presStyleCnt="0">
        <dgm:presLayoutVars>
          <dgm:chMax val="1"/>
          <dgm:dir/>
          <dgm:resizeHandles val="exact"/>
        </dgm:presLayoutVars>
      </dgm:prSet>
      <dgm:spPr/>
    </dgm:pt>
    <dgm:pt modelId="{75242932-46C7-4E84-97D3-94226FB2CB56}" type="pres">
      <dgm:prSet presAssocID="{DE435C44-A527-4642-9FF6-CC3F16CC51DE}" presName="diamond" presStyleLbl="bgShp" presStyleIdx="0" presStyleCnt="1"/>
      <dgm:spPr>
        <a:solidFill>
          <a:schemeClr val="tx1">
            <a:lumMod val="65000"/>
            <a:lumOff val="35000"/>
          </a:schemeClr>
        </a:solidFill>
      </dgm:spPr>
    </dgm:pt>
    <dgm:pt modelId="{FA86AE38-F173-46B1-A0A3-D157B35979D0}" type="pres">
      <dgm:prSet presAssocID="{DE435C44-A527-4642-9FF6-CC3F16CC51DE}" presName="quad1" presStyleLbl="node1" presStyleIdx="0" presStyleCnt="4" custScaleX="102562" custScaleY="100177">
        <dgm:presLayoutVars>
          <dgm:chMax val="0"/>
          <dgm:chPref val="0"/>
          <dgm:bulletEnabled val="1"/>
        </dgm:presLayoutVars>
      </dgm:prSet>
      <dgm:spPr/>
    </dgm:pt>
    <dgm:pt modelId="{29F2FF90-FB53-42C1-B358-04DABE675E75}" type="pres">
      <dgm:prSet presAssocID="{DE435C44-A527-4642-9FF6-CC3F16CC51DE}" presName="quad2" presStyleLbl="node1" presStyleIdx="1" presStyleCnt="4" custScaleX="102562" custScaleY="100177">
        <dgm:presLayoutVars>
          <dgm:chMax val="0"/>
          <dgm:chPref val="0"/>
          <dgm:bulletEnabled val="1"/>
        </dgm:presLayoutVars>
      </dgm:prSet>
      <dgm:spPr/>
    </dgm:pt>
    <dgm:pt modelId="{C8DF5187-51BE-49E9-8A7E-9E159AFA4148}" type="pres">
      <dgm:prSet presAssocID="{DE435C44-A527-4642-9FF6-CC3F16CC51DE}" presName="quad3" presStyleLbl="node1" presStyleIdx="2" presStyleCnt="4" custScaleX="102562" custScaleY="100177">
        <dgm:presLayoutVars>
          <dgm:chMax val="0"/>
          <dgm:chPref val="0"/>
          <dgm:bulletEnabled val="1"/>
        </dgm:presLayoutVars>
      </dgm:prSet>
      <dgm:spPr/>
    </dgm:pt>
    <dgm:pt modelId="{C8724D73-EE51-45C1-99E0-22144687675F}" type="pres">
      <dgm:prSet presAssocID="{DE435C44-A527-4642-9FF6-CC3F16CC51DE}" presName="quad4" presStyleLbl="node1" presStyleIdx="3" presStyleCnt="4" custScaleX="102562" custScaleY="100177">
        <dgm:presLayoutVars>
          <dgm:chMax val="0"/>
          <dgm:chPref val="0"/>
          <dgm:bulletEnabled val="1"/>
        </dgm:presLayoutVars>
      </dgm:prSet>
      <dgm:spPr/>
    </dgm:pt>
  </dgm:ptLst>
  <dgm:cxnLst>
    <dgm:cxn modelId="{71BF9205-569D-4F85-8244-5105A2415AF2}" type="presOf" srcId="{DB30423D-20A5-4860-918A-303F50296019}" destId="{FA86AE38-F173-46B1-A0A3-D157B35979D0}" srcOrd="0" destOrd="0" presId="urn:microsoft.com/office/officeart/2005/8/layout/matrix3"/>
    <dgm:cxn modelId="{A451931F-1A21-4A2C-8FD5-A4F9482EA2FA}" srcId="{DE435C44-A527-4642-9FF6-CC3F16CC51DE}" destId="{DB30423D-20A5-4860-918A-303F50296019}" srcOrd="0" destOrd="0" parTransId="{9DDDCAA1-7E67-40E4-AD37-515664F9BDF2}" sibTransId="{485FE1CB-2B10-469F-8DBD-67A0369E96CA}"/>
    <dgm:cxn modelId="{7BB80824-2033-43BF-9D6B-FB067F6F9C42}" type="presOf" srcId="{BEC309C1-8D2B-465E-9B96-D5EC121A11E0}" destId="{C8DF5187-51BE-49E9-8A7E-9E159AFA4148}" srcOrd="0" destOrd="0" presId="urn:microsoft.com/office/officeart/2005/8/layout/matrix3"/>
    <dgm:cxn modelId="{3DE00C4E-4B9F-4B53-B023-D6DDDC735C47}" type="presOf" srcId="{E1D725A8-D99E-4767-A651-A97A280789BE}" destId="{29F2FF90-FB53-42C1-B358-04DABE675E75}" srcOrd="0" destOrd="0" presId="urn:microsoft.com/office/officeart/2005/8/layout/matrix3"/>
    <dgm:cxn modelId="{AA38CC4F-9B13-4F12-9D05-37EDB6DB0EA7}" type="presOf" srcId="{DE435C44-A527-4642-9FF6-CC3F16CC51DE}" destId="{92EDC2C5-72D8-42FF-8FD2-CB94218D2C3F}" srcOrd="0" destOrd="0" presId="urn:microsoft.com/office/officeart/2005/8/layout/matrix3"/>
    <dgm:cxn modelId="{C1BE957B-3FFC-4978-9A54-C6133771764F}" srcId="{DE435C44-A527-4642-9FF6-CC3F16CC51DE}" destId="{E1D725A8-D99E-4767-A651-A97A280789BE}" srcOrd="1" destOrd="0" parTransId="{1C0B34B8-7CCA-4EF0-B397-39369EC32469}" sibTransId="{DD3B2065-5048-4A17-AE76-6CF851A939D1}"/>
    <dgm:cxn modelId="{9421DF7F-1328-4603-AD98-FF4342C5C38C}" srcId="{DE435C44-A527-4642-9FF6-CC3F16CC51DE}" destId="{BEC309C1-8D2B-465E-9B96-D5EC121A11E0}" srcOrd="2" destOrd="0" parTransId="{19A05FEF-48B3-401D-BD40-3E81EF4E55CF}" sibTransId="{D4E5724F-FDBD-455B-B18B-A031DFF42402}"/>
    <dgm:cxn modelId="{26DDE38E-3FF8-467A-BE66-01E266EDE9F5}" type="presOf" srcId="{FD2F058C-C897-4A11-8EAA-2CA72CDDA883}" destId="{C8724D73-EE51-45C1-99E0-22144687675F}" srcOrd="0" destOrd="0" presId="urn:microsoft.com/office/officeart/2005/8/layout/matrix3"/>
    <dgm:cxn modelId="{96C45392-B244-4123-A7FE-6E94D68E1573}" srcId="{DE435C44-A527-4642-9FF6-CC3F16CC51DE}" destId="{FD2F058C-C897-4A11-8EAA-2CA72CDDA883}" srcOrd="3" destOrd="0" parTransId="{0FA36CB8-76A2-45BB-BB19-D34CC4691D9C}" sibTransId="{7B970608-B594-49D9-9940-51C0FEB73860}"/>
    <dgm:cxn modelId="{19E614D7-9CD1-4F55-AEA9-1F38416BF740}" type="presParOf" srcId="{92EDC2C5-72D8-42FF-8FD2-CB94218D2C3F}" destId="{75242932-46C7-4E84-97D3-94226FB2CB56}" srcOrd="0" destOrd="0" presId="urn:microsoft.com/office/officeart/2005/8/layout/matrix3"/>
    <dgm:cxn modelId="{FCAFC583-3675-43F1-85A7-B7EB40099E76}" type="presParOf" srcId="{92EDC2C5-72D8-42FF-8FD2-CB94218D2C3F}" destId="{FA86AE38-F173-46B1-A0A3-D157B35979D0}" srcOrd="1" destOrd="0" presId="urn:microsoft.com/office/officeart/2005/8/layout/matrix3"/>
    <dgm:cxn modelId="{A3B98F60-0D7A-4162-BD2D-6992642B066E}" type="presParOf" srcId="{92EDC2C5-72D8-42FF-8FD2-CB94218D2C3F}" destId="{29F2FF90-FB53-42C1-B358-04DABE675E75}" srcOrd="2" destOrd="0" presId="urn:microsoft.com/office/officeart/2005/8/layout/matrix3"/>
    <dgm:cxn modelId="{71BDFF7B-1A8D-4049-AB10-E3E1D00F9396}" type="presParOf" srcId="{92EDC2C5-72D8-42FF-8FD2-CB94218D2C3F}" destId="{C8DF5187-51BE-49E9-8A7E-9E159AFA4148}" srcOrd="3" destOrd="0" presId="urn:microsoft.com/office/officeart/2005/8/layout/matrix3"/>
    <dgm:cxn modelId="{2449D63E-84FA-447F-87D3-CA2837FC8C94}" type="presParOf" srcId="{92EDC2C5-72D8-42FF-8FD2-CB94218D2C3F}" destId="{C8724D73-EE51-45C1-99E0-22144687675F}" srcOrd="4" destOrd="0" presId="urn:microsoft.com/office/officeart/2005/8/layout/matrix3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6F7BEE8-29B2-4DF6-934B-666987DEB268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57B70E-9C4C-4E7E-9613-05021A177EB3}">
      <dgm:prSet/>
      <dgm:spPr/>
      <dgm:t>
        <a:bodyPr/>
        <a:lstStyle/>
        <a:p>
          <a:r>
            <a:rPr lang="es-ES" b="0" dirty="0"/>
            <a:t>Análisis de necesidad</a:t>
          </a:r>
          <a:endParaRPr lang="en-US" b="0" dirty="0"/>
        </a:p>
      </dgm:t>
    </dgm:pt>
    <dgm:pt modelId="{51EA5FDF-2601-4EF5-BAB1-71E06732EAB8}" type="parTrans" cxnId="{60194E8C-1CB1-4AFB-9BBC-B2ACD2774F3A}">
      <dgm:prSet/>
      <dgm:spPr/>
      <dgm:t>
        <a:bodyPr/>
        <a:lstStyle/>
        <a:p>
          <a:endParaRPr lang="en-US"/>
        </a:p>
      </dgm:t>
    </dgm:pt>
    <dgm:pt modelId="{97D4128F-1D4A-4259-8947-82A6B4894ED2}" type="sibTrans" cxnId="{60194E8C-1CB1-4AFB-9BBC-B2ACD2774F3A}">
      <dgm:prSet/>
      <dgm:spPr/>
      <dgm:t>
        <a:bodyPr/>
        <a:lstStyle/>
        <a:p>
          <a:endParaRPr lang="en-US"/>
        </a:p>
      </dgm:t>
    </dgm:pt>
    <dgm:pt modelId="{76BB8BF0-7638-42BD-8E6F-B73927A9EB02}">
      <dgm:prSet/>
      <dgm:spPr/>
      <dgm:t>
        <a:bodyPr/>
        <a:lstStyle/>
        <a:p>
          <a:r>
            <a:rPr lang="es-ES" b="0" dirty="0"/>
            <a:t>Investigación inicial</a:t>
          </a:r>
          <a:endParaRPr lang="en-US" b="0" dirty="0"/>
        </a:p>
      </dgm:t>
    </dgm:pt>
    <dgm:pt modelId="{56EAC38C-111A-4DC9-BFC3-399A616CF0B1}" type="parTrans" cxnId="{DB504EA5-7C8B-4568-8EAC-895872285F58}">
      <dgm:prSet/>
      <dgm:spPr/>
      <dgm:t>
        <a:bodyPr/>
        <a:lstStyle/>
        <a:p>
          <a:endParaRPr lang="en-US"/>
        </a:p>
      </dgm:t>
    </dgm:pt>
    <dgm:pt modelId="{D5B502D7-558D-487F-873F-F2ABCFAA7286}" type="sibTrans" cxnId="{DB504EA5-7C8B-4568-8EAC-895872285F58}">
      <dgm:prSet/>
      <dgm:spPr/>
      <dgm:t>
        <a:bodyPr/>
        <a:lstStyle/>
        <a:p>
          <a:endParaRPr lang="en-US"/>
        </a:p>
      </dgm:t>
    </dgm:pt>
    <dgm:pt modelId="{D3E7F0BF-49A1-4518-89A9-30816F341182}">
      <dgm:prSet/>
      <dgm:spPr/>
      <dgm:t>
        <a:bodyPr/>
        <a:lstStyle/>
        <a:p>
          <a:r>
            <a:rPr lang="es-ES" b="1" dirty="0"/>
            <a:t>Estudio de alternativas</a:t>
          </a:r>
          <a:endParaRPr lang="en-US" b="1" dirty="0"/>
        </a:p>
      </dgm:t>
    </dgm:pt>
    <dgm:pt modelId="{C619D95B-AF87-444F-9FE9-9AB1C51BB99B}" type="parTrans" cxnId="{AAA9063D-4ECA-414A-95E0-C3C0F1A473F2}">
      <dgm:prSet/>
      <dgm:spPr/>
      <dgm:t>
        <a:bodyPr/>
        <a:lstStyle/>
        <a:p>
          <a:endParaRPr lang="en-US"/>
        </a:p>
      </dgm:t>
    </dgm:pt>
    <dgm:pt modelId="{156D45E4-D58A-4CD1-829F-2DF6B3AB2980}" type="sibTrans" cxnId="{AAA9063D-4ECA-414A-95E0-C3C0F1A473F2}">
      <dgm:prSet/>
      <dgm:spPr/>
      <dgm:t>
        <a:bodyPr/>
        <a:lstStyle/>
        <a:p>
          <a:endParaRPr lang="en-US"/>
        </a:p>
      </dgm:t>
    </dgm:pt>
    <dgm:pt modelId="{6055B4ED-C30F-4549-BFCB-091A6F66D3A8}">
      <dgm:prSet/>
      <dgm:spPr/>
      <dgm:t>
        <a:bodyPr/>
        <a:lstStyle/>
        <a:p>
          <a:r>
            <a:rPr lang="es-ES"/>
            <a:t>Diseño e implementación</a:t>
          </a:r>
          <a:endParaRPr lang="en-US"/>
        </a:p>
      </dgm:t>
    </dgm:pt>
    <dgm:pt modelId="{74656000-C26F-4DDF-B14E-DE92150B4669}" type="parTrans" cxnId="{9F74CD8D-92EF-45C6-94BB-0E15A6FF9867}">
      <dgm:prSet/>
      <dgm:spPr/>
      <dgm:t>
        <a:bodyPr/>
        <a:lstStyle/>
        <a:p>
          <a:endParaRPr lang="en-US"/>
        </a:p>
      </dgm:t>
    </dgm:pt>
    <dgm:pt modelId="{BF483E69-9E7F-429B-B5D0-DC6E3BE1DC6D}" type="sibTrans" cxnId="{9F74CD8D-92EF-45C6-94BB-0E15A6FF9867}">
      <dgm:prSet/>
      <dgm:spPr/>
      <dgm:t>
        <a:bodyPr/>
        <a:lstStyle/>
        <a:p>
          <a:endParaRPr lang="en-US"/>
        </a:p>
      </dgm:t>
    </dgm:pt>
    <dgm:pt modelId="{95395F12-487C-4745-B6B3-CA5A8B3E51C6}">
      <dgm:prSet/>
      <dgm:spPr/>
      <dgm:t>
        <a:bodyPr/>
        <a:lstStyle/>
        <a:p>
          <a:r>
            <a:rPr lang="es-ES"/>
            <a:t>Ejecución de pruebas</a:t>
          </a:r>
          <a:endParaRPr lang="en-US"/>
        </a:p>
      </dgm:t>
    </dgm:pt>
    <dgm:pt modelId="{7C7AE26A-7348-41FB-8A30-710E1742AEDE}" type="parTrans" cxnId="{5A02A8FF-D2E4-4FE9-91FB-EF64EA4EEE3D}">
      <dgm:prSet/>
      <dgm:spPr/>
      <dgm:t>
        <a:bodyPr/>
        <a:lstStyle/>
        <a:p>
          <a:endParaRPr lang="en-US"/>
        </a:p>
      </dgm:t>
    </dgm:pt>
    <dgm:pt modelId="{CA0A6F93-36C9-424F-8F13-1BF0B9B0522D}" type="sibTrans" cxnId="{5A02A8FF-D2E4-4FE9-91FB-EF64EA4EEE3D}">
      <dgm:prSet/>
      <dgm:spPr/>
      <dgm:t>
        <a:bodyPr/>
        <a:lstStyle/>
        <a:p>
          <a:endParaRPr lang="en-US"/>
        </a:p>
      </dgm:t>
    </dgm:pt>
    <dgm:pt modelId="{FFC61F4A-B00B-46DA-8CBF-64A1879FB355}">
      <dgm:prSet/>
      <dgm:spPr/>
      <dgm:t>
        <a:bodyPr/>
        <a:lstStyle/>
        <a:p>
          <a:r>
            <a:rPr lang="es-ES" dirty="0"/>
            <a:t>Reducción de detectabilidad</a:t>
          </a:r>
          <a:endParaRPr lang="en-US" dirty="0"/>
        </a:p>
      </dgm:t>
    </dgm:pt>
    <dgm:pt modelId="{496B552B-0655-44D7-AD3F-731D190F9F9D}" type="parTrans" cxnId="{3262E145-4C0F-4226-AD93-615E07B4B341}">
      <dgm:prSet/>
      <dgm:spPr/>
      <dgm:t>
        <a:bodyPr/>
        <a:lstStyle/>
        <a:p>
          <a:endParaRPr lang="en-US"/>
        </a:p>
      </dgm:t>
    </dgm:pt>
    <dgm:pt modelId="{97DA99C0-85EC-42BF-B91A-91A3DE9699AE}" type="sibTrans" cxnId="{3262E145-4C0F-4226-AD93-615E07B4B341}">
      <dgm:prSet/>
      <dgm:spPr/>
      <dgm:t>
        <a:bodyPr/>
        <a:lstStyle/>
        <a:p>
          <a:endParaRPr lang="en-US"/>
        </a:p>
      </dgm:t>
    </dgm:pt>
    <dgm:pt modelId="{2899D4E3-3CAD-46B2-9581-CF9697022546}">
      <dgm:prSet/>
      <dgm:spPr/>
      <dgm:t>
        <a:bodyPr/>
        <a:lstStyle/>
        <a:p>
          <a:r>
            <a:rPr lang="es-ES" dirty="0"/>
            <a:t>Conclusiones y Ampliaciones</a:t>
          </a:r>
          <a:endParaRPr lang="en-US" dirty="0"/>
        </a:p>
      </dgm:t>
    </dgm:pt>
    <dgm:pt modelId="{1C5B1662-7FF4-467F-8E1B-CF309FB1C02C}" type="parTrans" cxnId="{BF6EAAC5-752E-4478-AE80-A7193A2AB2F9}">
      <dgm:prSet/>
      <dgm:spPr/>
      <dgm:t>
        <a:bodyPr/>
        <a:lstStyle/>
        <a:p>
          <a:endParaRPr lang="en-US"/>
        </a:p>
      </dgm:t>
    </dgm:pt>
    <dgm:pt modelId="{782F20D0-6AA9-4151-A65F-DC7F7BCF9796}" type="sibTrans" cxnId="{BF6EAAC5-752E-4478-AE80-A7193A2AB2F9}">
      <dgm:prSet/>
      <dgm:spPr/>
      <dgm:t>
        <a:bodyPr/>
        <a:lstStyle/>
        <a:p>
          <a:endParaRPr lang="en-US"/>
        </a:p>
      </dgm:t>
    </dgm:pt>
    <dgm:pt modelId="{06F2FB9A-1016-4E0C-90AE-865E26014295}" type="pres">
      <dgm:prSet presAssocID="{96F7BEE8-29B2-4DF6-934B-666987DEB268}" presName="vert0" presStyleCnt="0">
        <dgm:presLayoutVars>
          <dgm:dir/>
          <dgm:animOne val="branch"/>
          <dgm:animLvl val="lvl"/>
        </dgm:presLayoutVars>
      </dgm:prSet>
      <dgm:spPr/>
    </dgm:pt>
    <dgm:pt modelId="{71310DF6-4577-408A-9592-87CBBF6D4B56}" type="pres">
      <dgm:prSet presAssocID="{3B57B70E-9C4C-4E7E-9613-05021A177EB3}" presName="thickLine" presStyleLbl="alignNode1" presStyleIdx="0" presStyleCnt="7"/>
      <dgm:spPr/>
    </dgm:pt>
    <dgm:pt modelId="{09D5B78C-ED09-4EF4-BE55-B3B1DD8F5F4C}" type="pres">
      <dgm:prSet presAssocID="{3B57B70E-9C4C-4E7E-9613-05021A177EB3}" presName="horz1" presStyleCnt="0"/>
      <dgm:spPr/>
    </dgm:pt>
    <dgm:pt modelId="{60647AB8-809A-4527-A551-BFA93F54B43C}" type="pres">
      <dgm:prSet presAssocID="{3B57B70E-9C4C-4E7E-9613-05021A177EB3}" presName="tx1" presStyleLbl="revTx" presStyleIdx="0" presStyleCnt="7"/>
      <dgm:spPr/>
    </dgm:pt>
    <dgm:pt modelId="{2EE61294-CC84-4E63-9113-D345F38B5F27}" type="pres">
      <dgm:prSet presAssocID="{3B57B70E-9C4C-4E7E-9613-05021A177EB3}" presName="vert1" presStyleCnt="0"/>
      <dgm:spPr/>
    </dgm:pt>
    <dgm:pt modelId="{8D7B1858-1BE1-4D93-BEC6-98B0EA977B5E}" type="pres">
      <dgm:prSet presAssocID="{76BB8BF0-7638-42BD-8E6F-B73927A9EB02}" presName="thickLine" presStyleLbl="alignNode1" presStyleIdx="1" presStyleCnt="7"/>
      <dgm:spPr/>
    </dgm:pt>
    <dgm:pt modelId="{2C73D26F-062A-43CC-BFA3-5219FC43FF28}" type="pres">
      <dgm:prSet presAssocID="{76BB8BF0-7638-42BD-8E6F-B73927A9EB02}" presName="horz1" presStyleCnt="0"/>
      <dgm:spPr/>
    </dgm:pt>
    <dgm:pt modelId="{7A916706-4E88-4A37-88D5-E7CA63820114}" type="pres">
      <dgm:prSet presAssocID="{76BB8BF0-7638-42BD-8E6F-B73927A9EB02}" presName="tx1" presStyleLbl="revTx" presStyleIdx="1" presStyleCnt="7"/>
      <dgm:spPr/>
    </dgm:pt>
    <dgm:pt modelId="{62A98450-10E1-46CD-BA47-966F303E2C0D}" type="pres">
      <dgm:prSet presAssocID="{76BB8BF0-7638-42BD-8E6F-B73927A9EB02}" presName="vert1" presStyleCnt="0"/>
      <dgm:spPr/>
    </dgm:pt>
    <dgm:pt modelId="{43A7AD9F-F419-46D2-B13D-079CE72FBCD8}" type="pres">
      <dgm:prSet presAssocID="{D3E7F0BF-49A1-4518-89A9-30816F341182}" presName="thickLine" presStyleLbl="alignNode1" presStyleIdx="2" presStyleCnt="7"/>
      <dgm:spPr/>
    </dgm:pt>
    <dgm:pt modelId="{E36706FA-E4FE-4F96-86EC-94129F2A275F}" type="pres">
      <dgm:prSet presAssocID="{D3E7F0BF-49A1-4518-89A9-30816F341182}" presName="horz1" presStyleCnt="0"/>
      <dgm:spPr/>
    </dgm:pt>
    <dgm:pt modelId="{16335FDD-C06F-4393-AFEE-A935A88CFFB8}" type="pres">
      <dgm:prSet presAssocID="{D3E7F0BF-49A1-4518-89A9-30816F341182}" presName="tx1" presStyleLbl="revTx" presStyleIdx="2" presStyleCnt="7"/>
      <dgm:spPr/>
    </dgm:pt>
    <dgm:pt modelId="{3E52F8E8-1C18-48FD-A834-ADA29FB27D0C}" type="pres">
      <dgm:prSet presAssocID="{D3E7F0BF-49A1-4518-89A9-30816F341182}" presName="vert1" presStyleCnt="0"/>
      <dgm:spPr/>
    </dgm:pt>
    <dgm:pt modelId="{23CE7E00-AA6C-4998-9934-DF3C3D0CA3C6}" type="pres">
      <dgm:prSet presAssocID="{6055B4ED-C30F-4549-BFCB-091A6F66D3A8}" presName="thickLine" presStyleLbl="alignNode1" presStyleIdx="3" presStyleCnt="7"/>
      <dgm:spPr/>
    </dgm:pt>
    <dgm:pt modelId="{850AAAD0-E190-4BF2-B589-7C59A03BC30D}" type="pres">
      <dgm:prSet presAssocID="{6055B4ED-C30F-4549-BFCB-091A6F66D3A8}" presName="horz1" presStyleCnt="0"/>
      <dgm:spPr/>
    </dgm:pt>
    <dgm:pt modelId="{59E7AD3A-66B0-4479-9C4E-4B189125BE46}" type="pres">
      <dgm:prSet presAssocID="{6055B4ED-C30F-4549-BFCB-091A6F66D3A8}" presName="tx1" presStyleLbl="revTx" presStyleIdx="3" presStyleCnt="7"/>
      <dgm:spPr/>
    </dgm:pt>
    <dgm:pt modelId="{AAC224ED-F711-4327-AAAF-9F8FC74673D6}" type="pres">
      <dgm:prSet presAssocID="{6055B4ED-C30F-4549-BFCB-091A6F66D3A8}" presName="vert1" presStyleCnt="0"/>
      <dgm:spPr/>
    </dgm:pt>
    <dgm:pt modelId="{4FDC5E05-56EA-48A3-998F-34BC7C8FC984}" type="pres">
      <dgm:prSet presAssocID="{95395F12-487C-4745-B6B3-CA5A8B3E51C6}" presName="thickLine" presStyleLbl="alignNode1" presStyleIdx="4" presStyleCnt="7"/>
      <dgm:spPr/>
    </dgm:pt>
    <dgm:pt modelId="{251364D4-F722-46B7-B5CC-40C633BBEC7C}" type="pres">
      <dgm:prSet presAssocID="{95395F12-487C-4745-B6B3-CA5A8B3E51C6}" presName="horz1" presStyleCnt="0"/>
      <dgm:spPr/>
    </dgm:pt>
    <dgm:pt modelId="{09894015-B209-498D-83B1-1F536BC4049B}" type="pres">
      <dgm:prSet presAssocID="{95395F12-487C-4745-B6B3-CA5A8B3E51C6}" presName="tx1" presStyleLbl="revTx" presStyleIdx="4" presStyleCnt="7"/>
      <dgm:spPr/>
    </dgm:pt>
    <dgm:pt modelId="{974118EC-8336-4475-A2A6-93370949FA26}" type="pres">
      <dgm:prSet presAssocID="{95395F12-487C-4745-B6B3-CA5A8B3E51C6}" presName="vert1" presStyleCnt="0"/>
      <dgm:spPr/>
    </dgm:pt>
    <dgm:pt modelId="{F9BB2CA6-F60B-424F-81E3-9598470E0477}" type="pres">
      <dgm:prSet presAssocID="{FFC61F4A-B00B-46DA-8CBF-64A1879FB355}" presName="thickLine" presStyleLbl="alignNode1" presStyleIdx="5" presStyleCnt="7"/>
      <dgm:spPr/>
    </dgm:pt>
    <dgm:pt modelId="{7DD4CDC7-77DD-4D4E-8946-3F87A3721B6E}" type="pres">
      <dgm:prSet presAssocID="{FFC61F4A-B00B-46DA-8CBF-64A1879FB355}" presName="horz1" presStyleCnt="0"/>
      <dgm:spPr/>
    </dgm:pt>
    <dgm:pt modelId="{887A795A-1EC4-43DE-AA64-C7C80BFB1D14}" type="pres">
      <dgm:prSet presAssocID="{FFC61F4A-B00B-46DA-8CBF-64A1879FB355}" presName="tx1" presStyleLbl="revTx" presStyleIdx="5" presStyleCnt="7"/>
      <dgm:spPr/>
    </dgm:pt>
    <dgm:pt modelId="{76ABD80C-BA89-4FE0-ABA6-F89054AA017C}" type="pres">
      <dgm:prSet presAssocID="{FFC61F4A-B00B-46DA-8CBF-64A1879FB355}" presName="vert1" presStyleCnt="0"/>
      <dgm:spPr/>
    </dgm:pt>
    <dgm:pt modelId="{6E2DA852-A727-44E9-AE42-FFE3320390CB}" type="pres">
      <dgm:prSet presAssocID="{2899D4E3-3CAD-46B2-9581-CF9697022546}" presName="thickLine" presStyleLbl="alignNode1" presStyleIdx="6" presStyleCnt="7"/>
      <dgm:spPr/>
    </dgm:pt>
    <dgm:pt modelId="{7CA1CBF5-836E-4378-9E8A-012C25DCC774}" type="pres">
      <dgm:prSet presAssocID="{2899D4E3-3CAD-46B2-9581-CF9697022546}" presName="horz1" presStyleCnt="0"/>
      <dgm:spPr/>
    </dgm:pt>
    <dgm:pt modelId="{8A8AB5AE-2653-4C43-A369-0E2095D08EE7}" type="pres">
      <dgm:prSet presAssocID="{2899D4E3-3CAD-46B2-9581-CF9697022546}" presName="tx1" presStyleLbl="revTx" presStyleIdx="6" presStyleCnt="7"/>
      <dgm:spPr/>
    </dgm:pt>
    <dgm:pt modelId="{7631E14C-E645-4F5E-91E4-9374B47B7934}" type="pres">
      <dgm:prSet presAssocID="{2899D4E3-3CAD-46B2-9581-CF9697022546}" presName="vert1" presStyleCnt="0"/>
      <dgm:spPr/>
    </dgm:pt>
  </dgm:ptLst>
  <dgm:cxnLst>
    <dgm:cxn modelId="{1778C502-3601-4FAB-AA7C-A6AA1F9408B1}" type="presOf" srcId="{2899D4E3-3CAD-46B2-9581-CF9697022546}" destId="{8A8AB5AE-2653-4C43-A369-0E2095D08EE7}" srcOrd="0" destOrd="0" presId="urn:microsoft.com/office/officeart/2008/layout/LinedList"/>
    <dgm:cxn modelId="{AAA9063D-4ECA-414A-95E0-C3C0F1A473F2}" srcId="{96F7BEE8-29B2-4DF6-934B-666987DEB268}" destId="{D3E7F0BF-49A1-4518-89A9-30816F341182}" srcOrd="2" destOrd="0" parTransId="{C619D95B-AF87-444F-9FE9-9AB1C51BB99B}" sibTransId="{156D45E4-D58A-4CD1-829F-2DF6B3AB2980}"/>
    <dgm:cxn modelId="{3262E145-4C0F-4226-AD93-615E07B4B341}" srcId="{96F7BEE8-29B2-4DF6-934B-666987DEB268}" destId="{FFC61F4A-B00B-46DA-8CBF-64A1879FB355}" srcOrd="5" destOrd="0" parTransId="{496B552B-0655-44D7-AD3F-731D190F9F9D}" sibTransId="{97DA99C0-85EC-42BF-B91A-91A3DE9699AE}"/>
    <dgm:cxn modelId="{9D3F2F69-D7F0-42C1-9C9A-72E40963F852}" type="presOf" srcId="{D3E7F0BF-49A1-4518-89A9-30816F341182}" destId="{16335FDD-C06F-4393-AFEE-A935A88CFFB8}" srcOrd="0" destOrd="0" presId="urn:microsoft.com/office/officeart/2008/layout/LinedList"/>
    <dgm:cxn modelId="{8634E76F-58C7-4062-BF91-9F8BBA87A5AF}" type="presOf" srcId="{6055B4ED-C30F-4549-BFCB-091A6F66D3A8}" destId="{59E7AD3A-66B0-4479-9C4E-4B189125BE46}" srcOrd="0" destOrd="0" presId="urn:microsoft.com/office/officeart/2008/layout/LinedList"/>
    <dgm:cxn modelId="{6E23B07C-BCB2-4365-B80F-A278003CF300}" type="presOf" srcId="{95395F12-487C-4745-B6B3-CA5A8B3E51C6}" destId="{09894015-B209-498D-83B1-1F536BC4049B}" srcOrd="0" destOrd="0" presId="urn:microsoft.com/office/officeart/2008/layout/LinedList"/>
    <dgm:cxn modelId="{60194E8C-1CB1-4AFB-9BBC-B2ACD2774F3A}" srcId="{96F7BEE8-29B2-4DF6-934B-666987DEB268}" destId="{3B57B70E-9C4C-4E7E-9613-05021A177EB3}" srcOrd="0" destOrd="0" parTransId="{51EA5FDF-2601-4EF5-BAB1-71E06732EAB8}" sibTransId="{97D4128F-1D4A-4259-8947-82A6B4894ED2}"/>
    <dgm:cxn modelId="{9F74CD8D-92EF-45C6-94BB-0E15A6FF9867}" srcId="{96F7BEE8-29B2-4DF6-934B-666987DEB268}" destId="{6055B4ED-C30F-4549-BFCB-091A6F66D3A8}" srcOrd="3" destOrd="0" parTransId="{74656000-C26F-4DDF-B14E-DE92150B4669}" sibTransId="{BF483E69-9E7F-429B-B5D0-DC6E3BE1DC6D}"/>
    <dgm:cxn modelId="{7359968F-A209-4BB3-9BF9-C85E9354ED8E}" type="presOf" srcId="{3B57B70E-9C4C-4E7E-9613-05021A177EB3}" destId="{60647AB8-809A-4527-A551-BFA93F54B43C}" srcOrd="0" destOrd="0" presId="urn:microsoft.com/office/officeart/2008/layout/LinedList"/>
    <dgm:cxn modelId="{B5F826A2-237C-4FCE-9CD6-0B6661BDDBE5}" type="presOf" srcId="{FFC61F4A-B00B-46DA-8CBF-64A1879FB355}" destId="{887A795A-1EC4-43DE-AA64-C7C80BFB1D14}" srcOrd="0" destOrd="0" presId="urn:microsoft.com/office/officeart/2008/layout/LinedList"/>
    <dgm:cxn modelId="{DB504EA5-7C8B-4568-8EAC-895872285F58}" srcId="{96F7BEE8-29B2-4DF6-934B-666987DEB268}" destId="{76BB8BF0-7638-42BD-8E6F-B73927A9EB02}" srcOrd="1" destOrd="0" parTransId="{56EAC38C-111A-4DC9-BFC3-399A616CF0B1}" sibTransId="{D5B502D7-558D-487F-873F-F2ABCFAA7286}"/>
    <dgm:cxn modelId="{368117C4-AEC9-4D6F-89DA-4D965BDF9EBA}" type="presOf" srcId="{96F7BEE8-29B2-4DF6-934B-666987DEB268}" destId="{06F2FB9A-1016-4E0C-90AE-865E26014295}" srcOrd="0" destOrd="0" presId="urn:microsoft.com/office/officeart/2008/layout/LinedList"/>
    <dgm:cxn modelId="{BF6EAAC5-752E-4478-AE80-A7193A2AB2F9}" srcId="{96F7BEE8-29B2-4DF6-934B-666987DEB268}" destId="{2899D4E3-3CAD-46B2-9581-CF9697022546}" srcOrd="6" destOrd="0" parTransId="{1C5B1662-7FF4-467F-8E1B-CF309FB1C02C}" sibTransId="{782F20D0-6AA9-4151-A65F-DC7F7BCF9796}"/>
    <dgm:cxn modelId="{8E8461C8-8B39-46A9-BFB7-148F19B6F3A0}" type="presOf" srcId="{76BB8BF0-7638-42BD-8E6F-B73927A9EB02}" destId="{7A916706-4E88-4A37-88D5-E7CA63820114}" srcOrd="0" destOrd="0" presId="urn:microsoft.com/office/officeart/2008/layout/LinedList"/>
    <dgm:cxn modelId="{5A02A8FF-D2E4-4FE9-91FB-EF64EA4EEE3D}" srcId="{96F7BEE8-29B2-4DF6-934B-666987DEB268}" destId="{95395F12-487C-4745-B6B3-CA5A8B3E51C6}" srcOrd="4" destOrd="0" parTransId="{7C7AE26A-7348-41FB-8A30-710E1742AEDE}" sibTransId="{CA0A6F93-36C9-424F-8F13-1BF0B9B0522D}"/>
    <dgm:cxn modelId="{E1F1D50D-8F44-4F68-9966-725FFFAC1FC6}" type="presParOf" srcId="{06F2FB9A-1016-4E0C-90AE-865E26014295}" destId="{71310DF6-4577-408A-9592-87CBBF6D4B56}" srcOrd="0" destOrd="0" presId="urn:microsoft.com/office/officeart/2008/layout/LinedList"/>
    <dgm:cxn modelId="{53562C36-EAF3-4CFB-B981-2346EABAFFF0}" type="presParOf" srcId="{06F2FB9A-1016-4E0C-90AE-865E26014295}" destId="{09D5B78C-ED09-4EF4-BE55-B3B1DD8F5F4C}" srcOrd="1" destOrd="0" presId="urn:microsoft.com/office/officeart/2008/layout/LinedList"/>
    <dgm:cxn modelId="{671E204F-A890-445E-94B8-55B9231A0852}" type="presParOf" srcId="{09D5B78C-ED09-4EF4-BE55-B3B1DD8F5F4C}" destId="{60647AB8-809A-4527-A551-BFA93F54B43C}" srcOrd="0" destOrd="0" presId="urn:microsoft.com/office/officeart/2008/layout/LinedList"/>
    <dgm:cxn modelId="{6FED7DDD-83F9-4E2F-B954-B3CCD3859590}" type="presParOf" srcId="{09D5B78C-ED09-4EF4-BE55-B3B1DD8F5F4C}" destId="{2EE61294-CC84-4E63-9113-D345F38B5F27}" srcOrd="1" destOrd="0" presId="urn:microsoft.com/office/officeart/2008/layout/LinedList"/>
    <dgm:cxn modelId="{F8C07724-AA33-4B77-A922-698D5D5F9582}" type="presParOf" srcId="{06F2FB9A-1016-4E0C-90AE-865E26014295}" destId="{8D7B1858-1BE1-4D93-BEC6-98B0EA977B5E}" srcOrd="2" destOrd="0" presId="urn:microsoft.com/office/officeart/2008/layout/LinedList"/>
    <dgm:cxn modelId="{1A2AC29C-D054-4A0B-BDF3-BBFC25FC2484}" type="presParOf" srcId="{06F2FB9A-1016-4E0C-90AE-865E26014295}" destId="{2C73D26F-062A-43CC-BFA3-5219FC43FF28}" srcOrd="3" destOrd="0" presId="urn:microsoft.com/office/officeart/2008/layout/LinedList"/>
    <dgm:cxn modelId="{274C1AC8-869B-4012-952E-BE0F07AC278B}" type="presParOf" srcId="{2C73D26F-062A-43CC-BFA3-5219FC43FF28}" destId="{7A916706-4E88-4A37-88D5-E7CA63820114}" srcOrd="0" destOrd="0" presId="urn:microsoft.com/office/officeart/2008/layout/LinedList"/>
    <dgm:cxn modelId="{E743B495-AABB-43BE-AF23-21E01523F171}" type="presParOf" srcId="{2C73D26F-062A-43CC-BFA3-5219FC43FF28}" destId="{62A98450-10E1-46CD-BA47-966F303E2C0D}" srcOrd="1" destOrd="0" presId="urn:microsoft.com/office/officeart/2008/layout/LinedList"/>
    <dgm:cxn modelId="{6B0FC8B4-0FEA-45A5-AA04-8FEB0FB0A60E}" type="presParOf" srcId="{06F2FB9A-1016-4E0C-90AE-865E26014295}" destId="{43A7AD9F-F419-46D2-B13D-079CE72FBCD8}" srcOrd="4" destOrd="0" presId="urn:microsoft.com/office/officeart/2008/layout/LinedList"/>
    <dgm:cxn modelId="{EF581BB2-F579-467F-939C-AE3300F08041}" type="presParOf" srcId="{06F2FB9A-1016-4E0C-90AE-865E26014295}" destId="{E36706FA-E4FE-4F96-86EC-94129F2A275F}" srcOrd="5" destOrd="0" presId="urn:microsoft.com/office/officeart/2008/layout/LinedList"/>
    <dgm:cxn modelId="{7B99BE07-A5B0-415A-950E-B52D2399B7C7}" type="presParOf" srcId="{E36706FA-E4FE-4F96-86EC-94129F2A275F}" destId="{16335FDD-C06F-4393-AFEE-A935A88CFFB8}" srcOrd="0" destOrd="0" presId="urn:microsoft.com/office/officeart/2008/layout/LinedList"/>
    <dgm:cxn modelId="{8779EA6E-9BEC-435E-886F-EDE7BE8E957F}" type="presParOf" srcId="{E36706FA-E4FE-4F96-86EC-94129F2A275F}" destId="{3E52F8E8-1C18-48FD-A834-ADA29FB27D0C}" srcOrd="1" destOrd="0" presId="urn:microsoft.com/office/officeart/2008/layout/LinedList"/>
    <dgm:cxn modelId="{6BEF3EB3-1BA0-49CB-A252-7A157297AEE7}" type="presParOf" srcId="{06F2FB9A-1016-4E0C-90AE-865E26014295}" destId="{23CE7E00-AA6C-4998-9934-DF3C3D0CA3C6}" srcOrd="6" destOrd="0" presId="urn:microsoft.com/office/officeart/2008/layout/LinedList"/>
    <dgm:cxn modelId="{49AEB104-AB25-4B7B-9953-58463FB4C727}" type="presParOf" srcId="{06F2FB9A-1016-4E0C-90AE-865E26014295}" destId="{850AAAD0-E190-4BF2-B589-7C59A03BC30D}" srcOrd="7" destOrd="0" presId="urn:microsoft.com/office/officeart/2008/layout/LinedList"/>
    <dgm:cxn modelId="{28A3D0F4-D7D7-4626-86E5-B63D1E270954}" type="presParOf" srcId="{850AAAD0-E190-4BF2-B589-7C59A03BC30D}" destId="{59E7AD3A-66B0-4479-9C4E-4B189125BE46}" srcOrd="0" destOrd="0" presId="urn:microsoft.com/office/officeart/2008/layout/LinedList"/>
    <dgm:cxn modelId="{B9CE0291-EA4A-4F06-A82B-2DA74A07C3BC}" type="presParOf" srcId="{850AAAD0-E190-4BF2-B589-7C59A03BC30D}" destId="{AAC224ED-F711-4327-AAAF-9F8FC74673D6}" srcOrd="1" destOrd="0" presId="urn:microsoft.com/office/officeart/2008/layout/LinedList"/>
    <dgm:cxn modelId="{BA164FEB-4CF9-4684-9742-FA5B3A150D48}" type="presParOf" srcId="{06F2FB9A-1016-4E0C-90AE-865E26014295}" destId="{4FDC5E05-56EA-48A3-998F-34BC7C8FC984}" srcOrd="8" destOrd="0" presId="urn:microsoft.com/office/officeart/2008/layout/LinedList"/>
    <dgm:cxn modelId="{FBB302AB-04F6-4A4B-BA37-D9854BE412DE}" type="presParOf" srcId="{06F2FB9A-1016-4E0C-90AE-865E26014295}" destId="{251364D4-F722-46B7-B5CC-40C633BBEC7C}" srcOrd="9" destOrd="0" presId="urn:microsoft.com/office/officeart/2008/layout/LinedList"/>
    <dgm:cxn modelId="{5AF38EA5-F71D-4978-95AC-DE6D39751325}" type="presParOf" srcId="{251364D4-F722-46B7-B5CC-40C633BBEC7C}" destId="{09894015-B209-498D-83B1-1F536BC4049B}" srcOrd="0" destOrd="0" presId="urn:microsoft.com/office/officeart/2008/layout/LinedList"/>
    <dgm:cxn modelId="{D7F24749-E8C2-4E43-9133-DD596D6749B4}" type="presParOf" srcId="{251364D4-F722-46B7-B5CC-40C633BBEC7C}" destId="{974118EC-8336-4475-A2A6-93370949FA26}" srcOrd="1" destOrd="0" presId="urn:microsoft.com/office/officeart/2008/layout/LinedList"/>
    <dgm:cxn modelId="{4BD5B195-F566-44C6-BC65-8DFB88AF70D7}" type="presParOf" srcId="{06F2FB9A-1016-4E0C-90AE-865E26014295}" destId="{F9BB2CA6-F60B-424F-81E3-9598470E0477}" srcOrd="10" destOrd="0" presId="urn:microsoft.com/office/officeart/2008/layout/LinedList"/>
    <dgm:cxn modelId="{9352AA2B-7F4D-4FF4-9BCA-13A7667663DE}" type="presParOf" srcId="{06F2FB9A-1016-4E0C-90AE-865E26014295}" destId="{7DD4CDC7-77DD-4D4E-8946-3F87A3721B6E}" srcOrd="11" destOrd="0" presId="urn:microsoft.com/office/officeart/2008/layout/LinedList"/>
    <dgm:cxn modelId="{87C87B94-AB27-4D67-8C85-F5ECF2FB51E6}" type="presParOf" srcId="{7DD4CDC7-77DD-4D4E-8946-3F87A3721B6E}" destId="{887A795A-1EC4-43DE-AA64-C7C80BFB1D14}" srcOrd="0" destOrd="0" presId="urn:microsoft.com/office/officeart/2008/layout/LinedList"/>
    <dgm:cxn modelId="{BE0B16F1-68E8-457D-9B8F-06CF07D4347C}" type="presParOf" srcId="{7DD4CDC7-77DD-4D4E-8946-3F87A3721B6E}" destId="{76ABD80C-BA89-4FE0-ABA6-F89054AA017C}" srcOrd="1" destOrd="0" presId="urn:microsoft.com/office/officeart/2008/layout/LinedList"/>
    <dgm:cxn modelId="{22B21FAB-3190-4A8E-B80A-D31473CBF1B3}" type="presParOf" srcId="{06F2FB9A-1016-4E0C-90AE-865E26014295}" destId="{6E2DA852-A727-44E9-AE42-FFE3320390CB}" srcOrd="12" destOrd="0" presId="urn:microsoft.com/office/officeart/2008/layout/LinedList"/>
    <dgm:cxn modelId="{F57A484D-7935-4132-8876-458E1FADED6D}" type="presParOf" srcId="{06F2FB9A-1016-4E0C-90AE-865E26014295}" destId="{7CA1CBF5-836E-4378-9E8A-012C25DCC774}" srcOrd="13" destOrd="0" presId="urn:microsoft.com/office/officeart/2008/layout/LinedList"/>
    <dgm:cxn modelId="{82E185C5-5919-41C6-B1D1-198C55F221DC}" type="presParOf" srcId="{7CA1CBF5-836E-4378-9E8A-012C25DCC774}" destId="{8A8AB5AE-2653-4C43-A369-0E2095D08EE7}" srcOrd="0" destOrd="0" presId="urn:microsoft.com/office/officeart/2008/layout/LinedList"/>
    <dgm:cxn modelId="{FA7B1A63-3774-4C92-B581-690E199700AF}" type="presParOf" srcId="{7CA1CBF5-836E-4378-9E8A-012C25DCC774}" destId="{7631E14C-E645-4F5E-91E4-9374B47B79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6F7BEE8-29B2-4DF6-934B-666987DEB268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57B70E-9C4C-4E7E-9613-05021A177EB3}">
      <dgm:prSet/>
      <dgm:spPr/>
      <dgm:t>
        <a:bodyPr/>
        <a:lstStyle/>
        <a:p>
          <a:r>
            <a:rPr lang="es-ES" b="0" dirty="0"/>
            <a:t>Análisis de necesidad</a:t>
          </a:r>
          <a:endParaRPr lang="en-US" b="0" dirty="0"/>
        </a:p>
      </dgm:t>
    </dgm:pt>
    <dgm:pt modelId="{51EA5FDF-2601-4EF5-BAB1-71E06732EAB8}" type="parTrans" cxnId="{60194E8C-1CB1-4AFB-9BBC-B2ACD2774F3A}">
      <dgm:prSet/>
      <dgm:spPr/>
      <dgm:t>
        <a:bodyPr/>
        <a:lstStyle/>
        <a:p>
          <a:endParaRPr lang="en-US"/>
        </a:p>
      </dgm:t>
    </dgm:pt>
    <dgm:pt modelId="{97D4128F-1D4A-4259-8947-82A6B4894ED2}" type="sibTrans" cxnId="{60194E8C-1CB1-4AFB-9BBC-B2ACD2774F3A}">
      <dgm:prSet/>
      <dgm:spPr/>
      <dgm:t>
        <a:bodyPr/>
        <a:lstStyle/>
        <a:p>
          <a:endParaRPr lang="en-US"/>
        </a:p>
      </dgm:t>
    </dgm:pt>
    <dgm:pt modelId="{76BB8BF0-7638-42BD-8E6F-B73927A9EB02}">
      <dgm:prSet/>
      <dgm:spPr/>
      <dgm:t>
        <a:bodyPr/>
        <a:lstStyle/>
        <a:p>
          <a:r>
            <a:rPr lang="es-ES" b="0" dirty="0"/>
            <a:t>Investigación inicial</a:t>
          </a:r>
          <a:endParaRPr lang="en-US" b="0" dirty="0"/>
        </a:p>
      </dgm:t>
    </dgm:pt>
    <dgm:pt modelId="{56EAC38C-111A-4DC9-BFC3-399A616CF0B1}" type="parTrans" cxnId="{DB504EA5-7C8B-4568-8EAC-895872285F58}">
      <dgm:prSet/>
      <dgm:spPr/>
      <dgm:t>
        <a:bodyPr/>
        <a:lstStyle/>
        <a:p>
          <a:endParaRPr lang="en-US"/>
        </a:p>
      </dgm:t>
    </dgm:pt>
    <dgm:pt modelId="{D5B502D7-558D-487F-873F-F2ABCFAA7286}" type="sibTrans" cxnId="{DB504EA5-7C8B-4568-8EAC-895872285F58}">
      <dgm:prSet/>
      <dgm:spPr/>
      <dgm:t>
        <a:bodyPr/>
        <a:lstStyle/>
        <a:p>
          <a:endParaRPr lang="en-US"/>
        </a:p>
      </dgm:t>
    </dgm:pt>
    <dgm:pt modelId="{D3E7F0BF-49A1-4518-89A9-30816F341182}">
      <dgm:prSet/>
      <dgm:spPr/>
      <dgm:t>
        <a:bodyPr/>
        <a:lstStyle/>
        <a:p>
          <a:r>
            <a:rPr lang="es-ES" b="0" dirty="0"/>
            <a:t>Estudio de alternativas</a:t>
          </a:r>
          <a:endParaRPr lang="en-US" b="0" dirty="0"/>
        </a:p>
      </dgm:t>
    </dgm:pt>
    <dgm:pt modelId="{C619D95B-AF87-444F-9FE9-9AB1C51BB99B}" type="parTrans" cxnId="{AAA9063D-4ECA-414A-95E0-C3C0F1A473F2}">
      <dgm:prSet/>
      <dgm:spPr/>
      <dgm:t>
        <a:bodyPr/>
        <a:lstStyle/>
        <a:p>
          <a:endParaRPr lang="en-US"/>
        </a:p>
      </dgm:t>
    </dgm:pt>
    <dgm:pt modelId="{156D45E4-D58A-4CD1-829F-2DF6B3AB2980}" type="sibTrans" cxnId="{AAA9063D-4ECA-414A-95E0-C3C0F1A473F2}">
      <dgm:prSet/>
      <dgm:spPr/>
      <dgm:t>
        <a:bodyPr/>
        <a:lstStyle/>
        <a:p>
          <a:endParaRPr lang="en-US"/>
        </a:p>
      </dgm:t>
    </dgm:pt>
    <dgm:pt modelId="{6055B4ED-C30F-4549-BFCB-091A6F66D3A8}">
      <dgm:prSet/>
      <dgm:spPr/>
      <dgm:t>
        <a:bodyPr/>
        <a:lstStyle/>
        <a:p>
          <a:r>
            <a:rPr lang="es-ES" b="1" dirty="0"/>
            <a:t>Diseño e implementación</a:t>
          </a:r>
          <a:endParaRPr lang="en-US" b="1" dirty="0"/>
        </a:p>
      </dgm:t>
    </dgm:pt>
    <dgm:pt modelId="{74656000-C26F-4DDF-B14E-DE92150B4669}" type="parTrans" cxnId="{9F74CD8D-92EF-45C6-94BB-0E15A6FF9867}">
      <dgm:prSet/>
      <dgm:spPr/>
      <dgm:t>
        <a:bodyPr/>
        <a:lstStyle/>
        <a:p>
          <a:endParaRPr lang="en-US"/>
        </a:p>
      </dgm:t>
    </dgm:pt>
    <dgm:pt modelId="{BF483E69-9E7F-429B-B5D0-DC6E3BE1DC6D}" type="sibTrans" cxnId="{9F74CD8D-92EF-45C6-94BB-0E15A6FF9867}">
      <dgm:prSet/>
      <dgm:spPr/>
      <dgm:t>
        <a:bodyPr/>
        <a:lstStyle/>
        <a:p>
          <a:endParaRPr lang="en-US"/>
        </a:p>
      </dgm:t>
    </dgm:pt>
    <dgm:pt modelId="{95395F12-487C-4745-B6B3-CA5A8B3E51C6}">
      <dgm:prSet/>
      <dgm:spPr/>
      <dgm:t>
        <a:bodyPr/>
        <a:lstStyle/>
        <a:p>
          <a:r>
            <a:rPr lang="es-ES"/>
            <a:t>Ejecución de pruebas</a:t>
          </a:r>
          <a:endParaRPr lang="en-US"/>
        </a:p>
      </dgm:t>
    </dgm:pt>
    <dgm:pt modelId="{7C7AE26A-7348-41FB-8A30-710E1742AEDE}" type="parTrans" cxnId="{5A02A8FF-D2E4-4FE9-91FB-EF64EA4EEE3D}">
      <dgm:prSet/>
      <dgm:spPr/>
      <dgm:t>
        <a:bodyPr/>
        <a:lstStyle/>
        <a:p>
          <a:endParaRPr lang="en-US"/>
        </a:p>
      </dgm:t>
    </dgm:pt>
    <dgm:pt modelId="{CA0A6F93-36C9-424F-8F13-1BF0B9B0522D}" type="sibTrans" cxnId="{5A02A8FF-D2E4-4FE9-91FB-EF64EA4EEE3D}">
      <dgm:prSet/>
      <dgm:spPr/>
      <dgm:t>
        <a:bodyPr/>
        <a:lstStyle/>
        <a:p>
          <a:endParaRPr lang="en-US"/>
        </a:p>
      </dgm:t>
    </dgm:pt>
    <dgm:pt modelId="{FFC61F4A-B00B-46DA-8CBF-64A1879FB355}">
      <dgm:prSet/>
      <dgm:spPr/>
      <dgm:t>
        <a:bodyPr/>
        <a:lstStyle/>
        <a:p>
          <a:r>
            <a:rPr lang="es-ES" dirty="0"/>
            <a:t>Reducción de detectabilidad</a:t>
          </a:r>
          <a:endParaRPr lang="en-US" dirty="0"/>
        </a:p>
      </dgm:t>
    </dgm:pt>
    <dgm:pt modelId="{496B552B-0655-44D7-AD3F-731D190F9F9D}" type="parTrans" cxnId="{3262E145-4C0F-4226-AD93-615E07B4B341}">
      <dgm:prSet/>
      <dgm:spPr/>
      <dgm:t>
        <a:bodyPr/>
        <a:lstStyle/>
        <a:p>
          <a:endParaRPr lang="en-US"/>
        </a:p>
      </dgm:t>
    </dgm:pt>
    <dgm:pt modelId="{97DA99C0-85EC-42BF-B91A-91A3DE9699AE}" type="sibTrans" cxnId="{3262E145-4C0F-4226-AD93-615E07B4B341}">
      <dgm:prSet/>
      <dgm:spPr/>
      <dgm:t>
        <a:bodyPr/>
        <a:lstStyle/>
        <a:p>
          <a:endParaRPr lang="en-US"/>
        </a:p>
      </dgm:t>
    </dgm:pt>
    <dgm:pt modelId="{2899D4E3-3CAD-46B2-9581-CF9697022546}">
      <dgm:prSet/>
      <dgm:spPr/>
      <dgm:t>
        <a:bodyPr/>
        <a:lstStyle/>
        <a:p>
          <a:r>
            <a:rPr lang="es-ES" dirty="0"/>
            <a:t>Conclusiones y Ampliaciones</a:t>
          </a:r>
          <a:endParaRPr lang="en-US" dirty="0"/>
        </a:p>
      </dgm:t>
    </dgm:pt>
    <dgm:pt modelId="{1C5B1662-7FF4-467F-8E1B-CF309FB1C02C}" type="parTrans" cxnId="{BF6EAAC5-752E-4478-AE80-A7193A2AB2F9}">
      <dgm:prSet/>
      <dgm:spPr/>
      <dgm:t>
        <a:bodyPr/>
        <a:lstStyle/>
        <a:p>
          <a:endParaRPr lang="en-US"/>
        </a:p>
      </dgm:t>
    </dgm:pt>
    <dgm:pt modelId="{782F20D0-6AA9-4151-A65F-DC7F7BCF9796}" type="sibTrans" cxnId="{BF6EAAC5-752E-4478-AE80-A7193A2AB2F9}">
      <dgm:prSet/>
      <dgm:spPr/>
      <dgm:t>
        <a:bodyPr/>
        <a:lstStyle/>
        <a:p>
          <a:endParaRPr lang="en-US"/>
        </a:p>
      </dgm:t>
    </dgm:pt>
    <dgm:pt modelId="{06F2FB9A-1016-4E0C-90AE-865E26014295}" type="pres">
      <dgm:prSet presAssocID="{96F7BEE8-29B2-4DF6-934B-666987DEB268}" presName="vert0" presStyleCnt="0">
        <dgm:presLayoutVars>
          <dgm:dir/>
          <dgm:animOne val="branch"/>
          <dgm:animLvl val="lvl"/>
        </dgm:presLayoutVars>
      </dgm:prSet>
      <dgm:spPr/>
    </dgm:pt>
    <dgm:pt modelId="{71310DF6-4577-408A-9592-87CBBF6D4B56}" type="pres">
      <dgm:prSet presAssocID="{3B57B70E-9C4C-4E7E-9613-05021A177EB3}" presName="thickLine" presStyleLbl="alignNode1" presStyleIdx="0" presStyleCnt="7"/>
      <dgm:spPr/>
    </dgm:pt>
    <dgm:pt modelId="{09D5B78C-ED09-4EF4-BE55-B3B1DD8F5F4C}" type="pres">
      <dgm:prSet presAssocID="{3B57B70E-9C4C-4E7E-9613-05021A177EB3}" presName="horz1" presStyleCnt="0"/>
      <dgm:spPr/>
    </dgm:pt>
    <dgm:pt modelId="{60647AB8-809A-4527-A551-BFA93F54B43C}" type="pres">
      <dgm:prSet presAssocID="{3B57B70E-9C4C-4E7E-9613-05021A177EB3}" presName="tx1" presStyleLbl="revTx" presStyleIdx="0" presStyleCnt="7"/>
      <dgm:spPr/>
    </dgm:pt>
    <dgm:pt modelId="{2EE61294-CC84-4E63-9113-D345F38B5F27}" type="pres">
      <dgm:prSet presAssocID="{3B57B70E-9C4C-4E7E-9613-05021A177EB3}" presName="vert1" presStyleCnt="0"/>
      <dgm:spPr/>
    </dgm:pt>
    <dgm:pt modelId="{8D7B1858-1BE1-4D93-BEC6-98B0EA977B5E}" type="pres">
      <dgm:prSet presAssocID="{76BB8BF0-7638-42BD-8E6F-B73927A9EB02}" presName="thickLine" presStyleLbl="alignNode1" presStyleIdx="1" presStyleCnt="7"/>
      <dgm:spPr/>
    </dgm:pt>
    <dgm:pt modelId="{2C73D26F-062A-43CC-BFA3-5219FC43FF28}" type="pres">
      <dgm:prSet presAssocID="{76BB8BF0-7638-42BD-8E6F-B73927A9EB02}" presName="horz1" presStyleCnt="0"/>
      <dgm:spPr/>
    </dgm:pt>
    <dgm:pt modelId="{7A916706-4E88-4A37-88D5-E7CA63820114}" type="pres">
      <dgm:prSet presAssocID="{76BB8BF0-7638-42BD-8E6F-B73927A9EB02}" presName="tx1" presStyleLbl="revTx" presStyleIdx="1" presStyleCnt="7"/>
      <dgm:spPr/>
    </dgm:pt>
    <dgm:pt modelId="{62A98450-10E1-46CD-BA47-966F303E2C0D}" type="pres">
      <dgm:prSet presAssocID="{76BB8BF0-7638-42BD-8E6F-B73927A9EB02}" presName="vert1" presStyleCnt="0"/>
      <dgm:spPr/>
    </dgm:pt>
    <dgm:pt modelId="{43A7AD9F-F419-46D2-B13D-079CE72FBCD8}" type="pres">
      <dgm:prSet presAssocID="{D3E7F0BF-49A1-4518-89A9-30816F341182}" presName="thickLine" presStyleLbl="alignNode1" presStyleIdx="2" presStyleCnt="7"/>
      <dgm:spPr/>
    </dgm:pt>
    <dgm:pt modelId="{E36706FA-E4FE-4F96-86EC-94129F2A275F}" type="pres">
      <dgm:prSet presAssocID="{D3E7F0BF-49A1-4518-89A9-30816F341182}" presName="horz1" presStyleCnt="0"/>
      <dgm:spPr/>
    </dgm:pt>
    <dgm:pt modelId="{16335FDD-C06F-4393-AFEE-A935A88CFFB8}" type="pres">
      <dgm:prSet presAssocID="{D3E7F0BF-49A1-4518-89A9-30816F341182}" presName="tx1" presStyleLbl="revTx" presStyleIdx="2" presStyleCnt="7"/>
      <dgm:spPr/>
    </dgm:pt>
    <dgm:pt modelId="{3E52F8E8-1C18-48FD-A834-ADA29FB27D0C}" type="pres">
      <dgm:prSet presAssocID="{D3E7F0BF-49A1-4518-89A9-30816F341182}" presName="vert1" presStyleCnt="0"/>
      <dgm:spPr/>
    </dgm:pt>
    <dgm:pt modelId="{23CE7E00-AA6C-4998-9934-DF3C3D0CA3C6}" type="pres">
      <dgm:prSet presAssocID="{6055B4ED-C30F-4549-BFCB-091A6F66D3A8}" presName="thickLine" presStyleLbl="alignNode1" presStyleIdx="3" presStyleCnt="7"/>
      <dgm:spPr/>
    </dgm:pt>
    <dgm:pt modelId="{850AAAD0-E190-4BF2-B589-7C59A03BC30D}" type="pres">
      <dgm:prSet presAssocID="{6055B4ED-C30F-4549-BFCB-091A6F66D3A8}" presName="horz1" presStyleCnt="0"/>
      <dgm:spPr/>
    </dgm:pt>
    <dgm:pt modelId="{59E7AD3A-66B0-4479-9C4E-4B189125BE46}" type="pres">
      <dgm:prSet presAssocID="{6055B4ED-C30F-4549-BFCB-091A6F66D3A8}" presName="tx1" presStyleLbl="revTx" presStyleIdx="3" presStyleCnt="7"/>
      <dgm:spPr/>
    </dgm:pt>
    <dgm:pt modelId="{AAC224ED-F711-4327-AAAF-9F8FC74673D6}" type="pres">
      <dgm:prSet presAssocID="{6055B4ED-C30F-4549-BFCB-091A6F66D3A8}" presName="vert1" presStyleCnt="0"/>
      <dgm:spPr/>
    </dgm:pt>
    <dgm:pt modelId="{4FDC5E05-56EA-48A3-998F-34BC7C8FC984}" type="pres">
      <dgm:prSet presAssocID="{95395F12-487C-4745-B6B3-CA5A8B3E51C6}" presName="thickLine" presStyleLbl="alignNode1" presStyleIdx="4" presStyleCnt="7"/>
      <dgm:spPr/>
    </dgm:pt>
    <dgm:pt modelId="{251364D4-F722-46B7-B5CC-40C633BBEC7C}" type="pres">
      <dgm:prSet presAssocID="{95395F12-487C-4745-B6B3-CA5A8B3E51C6}" presName="horz1" presStyleCnt="0"/>
      <dgm:spPr/>
    </dgm:pt>
    <dgm:pt modelId="{09894015-B209-498D-83B1-1F536BC4049B}" type="pres">
      <dgm:prSet presAssocID="{95395F12-487C-4745-B6B3-CA5A8B3E51C6}" presName="tx1" presStyleLbl="revTx" presStyleIdx="4" presStyleCnt="7"/>
      <dgm:spPr/>
    </dgm:pt>
    <dgm:pt modelId="{974118EC-8336-4475-A2A6-93370949FA26}" type="pres">
      <dgm:prSet presAssocID="{95395F12-487C-4745-B6B3-CA5A8B3E51C6}" presName="vert1" presStyleCnt="0"/>
      <dgm:spPr/>
    </dgm:pt>
    <dgm:pt modelId="{F9BB2CA6-F60B-424F-81E3-9598470E0477}" type="pres">
      <dgm:prSet presAssocID="{FFC61F4A-B00B-46DA-8CBF-64A1879FB355}" presName="thickLine" presStyleLbl="alignNode1" presStyleIdx="5" presStyleCnt="7"/>
      <dgm:spPr/>
    </dgm:pt>
    <dgm:pt modelId="{7DD4CDC7-77DD-4D4E-8946-3F87A3721B6E}" type="pres">
      <dgm:prSet presAssocID="{FFC61F4A-B00B-46DA-8CBF-64A1879FB355}" presName="horz1" presStyleCnt="0"/>
      <dgm:spPr/>
    </dgm:pt>
    <dgm:pt modelId="{887A795A-1EC4-43DE-AA64-C7C80BFB1D14}" type="pres">
      <dgm:prSet presAssocID="{FFC61F4A-B00B-46DA-8CBF-64A1879FB355}" presName="tx1" presStyleLbl="revTx" presStyleIdx="5" presStyleCnt="7"/>
      <dgm:spPr/>
    </dgm:pt>
    <dgm:pt modelId="{76ABD80C-BA89-4FE0-ABA6-F89054AA017C}" type="pres">
      <dgm:prSet presAssocID="{FFC61F4A-B00B-46DA-8CBF-64A1879FB355}" presName="vert1" presStyleCnt="0"/>
      <dgm:spPr/>
    </dgm:pt>
    <dgm:pt modelId="{6E2DA852-A727-44E9-AE42-FFE3320390CB}" type="pres">
      <dgm:prSet presAssocID="{2899D4E3-3CAD-46B2-9581-CF9697022546}" presName="thickLine" presStyleLbl="alignNode1" presStyleIdx="6" presStyleCnt="7"/>
      <dgm:spPr/>
    </dgm:pt>
    <dgm:pt modelId="{7CA1CBF5-836E-4378-9E8A-012C25DCC774}" type="pres">
      <dgm:prSet presAssocID="{2899D4E3-3CAD-46B2-9581-CF9697022546}" presName="horz1" presStyleCnt="0"/>
      <dgm:spPr/>
    </dgm:pt>
    <dgm:pt modelId="{8A8AB5AE-2653-4C43-A369-0E2095D08EE7}" type="pres">
      <dgm:prSet presAssocID="{2899D4E3-3CAD-46B2-9581-CF9697022546}" presName="tx1" presStyleLbl="revTx" presStyleIdx="6" presStyleCnt="7"/>
      <dgm:spPr/>
    </dgm:pt>
    <dgm:pt modelId="{7631E14C-E645-4F5E-91E4-9374B47B7934}" type="pres">
      <dgm:prSet presAssocID="{2899D4E3-3CAD-46B2-9581-CF9697022546}" presName="vert1" presStyleCnt="0"/>
      <dgm:spPr/>
    </dgm:pt>
  </dgm:ptLst>
  <dgm:cxnLst>
    <dgm:cxn modelId="{1778C502-3601-4FAB-AA7C-A6AA1F9408B1}" type="presOf" srcId="{2899D4E3-3CAD-46B2-9581-CF9697022546}" destId="{8A8AB5AE-2653-4C43-A369-0E2095D08EE7}" srcOrd="0" destOrd="0" presId="urn:microsoft.com/office/officeart/2008/layout/LinedList"/>
    <dgm:cxn modelId="{AAA9063D-4ECA-414A-95E0-C3C0F1A473F2}" srcId="{96F7BEE8-29B2-4DF6-934B-666987DEB268}" destId="{D3E7F0BF-49A1-4518-89A9-30816F341182}" srcOrd="2" destOrd="0" parTransId="{C619D95B-AF87-444F-9FE9-9AB1C51BB99B}" sibTransId="{156D45E4-D58A-4CD1-829F-2DF6B3AB2980}"/>
    <dgm:cxn modelId="{3262E145-4C0F-4226-AD93-615E07B4B341}" srcId="{96F7BEE8-29B2-4DF6-934B-666987DEB268}" destId="{FFC61F4A-B00B-46DA-8CBF-64A1879FB355}" srcOrd="5" destOrd="0" parTransId="{496B552B-0655-44D7-AD3F-731D190F9F9D}" sibTransId="{97DA99C0-85EC-42BF-B91A-91A3DE9699AE}"/>
    <dgm:cxn modelId="{9D3F2F69-D7F0-42C1-9C9A-72E40963F852}" type="presOf" srcId="{D3E7F0BF-49A1-4518-89A9-30816F341182}" destId="{16335FDD-C06F-4393-AFEE-A935A88CFFB8}" srcOrd="0" destOrd="0" presId="urn:microsoft.com/office/officeart/2008/layout/LinedList"/>
    <dgm:cxn modelId="{8634E76F-58C7-4062-BF91-9F8BBA87A5AF}" type="presOf" srcId="{6055B4ED-C30F-4549-BFCB-091A6F66D3A8}" destId="{59E7AD3A-66B0-4479-9C4E-4B189125BE46}" srcOrd="0" destOrd="0" presId="urn:microsoft.com/office/officeart/2008/layout/LinedList"/>
    <dgm:cxn modelId="{6E23B07C-BCB2-4365-B80F-A278003CF300}" type="presOf" srcId="{95395F12-487C-4745-B6B3-CA5A8B3E51C6}" destId="{09894015-B209-498D-83B1-1F536BC4049B}" srcOrd="0" destOrd="0" presId="urn:microsoft.com/office/officeart/2008/layout/LinedList"/>
    <dgm:cxn modelId="{60194E8C-1CB1-4AFB-9BBC-B2ACD2774F3A}" srcId="{96F7BEE8-29B2-4DF6-934B-666987DEB268}" destId="{3B57B70E-9C4C-4E7E-9613-05021A177EB3}" srcOrd="0" destOrd="0" parTransId="{51EA5FDF-2601-4EF5-BAB1-71E06732EAB8}" sibTransId="{97D4128F-1D4A-4259-8947-82A6B4894ED2}"/>
    <dgm:cxn modelId="{9F74CD8D-92EF-45C6-94BB-0E15A6FF9867}" srcId="{96F7BEE8-29B2-4DF6-934B-666987DEB268}" destId="{6055B4ED-C30F-4549-BFCB-091A6F66D3A8}" srcOrd="3" destOrd="0" parTransId="{74656000-C26F-4DDF-B14E-DE92150B4669}" sibTransId="{BF483E69-9E7F-429B-B5D0-DC6E3BE1DC6D}"/>
    <dgm:cxn modelId="{7359968F-A209-4BB3-9BF9-C85E9354ED8E}" type="presOf" srcId="{3B57B70E-9C4C-4E7E-9613-05021A177EB3}" destId="{60647AB8-809A-4527-A551-BFA93F54B43C}" srcOrd="0" destOrd="0" presId="urn:microsoft.com/office/officeart/2008/layout/LinedList"/>
    <dgm:cxn modelId="{B5F826A2-237C-4FCE-9CD6-0B6661BDDBE5}" type="presOf" srcId="{FFC61F4A-B00B-46DA-8CBF-64A1879FB355}" destId="{887A795A-1EC4-43DE-AA64-C7C80BFB1D14}" srcOrd="0" destOrd="0" presId="urn:microsoft.com/office/officeart/2008/layout/LinedList"/>
    <dgm:cxn modelId="{DB504EA5-7C8B-4568-8EAC-895872285F58}" srcId="{96F7BEE8-29B2-4DF6-934B-666987DEB268}" destId="{76BB8BF0-7638-42BD-8E6F-B73927A9EB02}" srcOrd="1" destOrd="0" parTransId="{56EAC38C-111A-4DC9-BFC3-399A616CF0B1}" sibTransId="{D5B502D7-558D-487F-873F-F2ABCFAA7286}"/>
    <dgm:cxn modelId="{368117C4-AEC9-4D6F-89DA-4D965BDF9EBA}" type="presOf" srcId="{96F7BEE8-29B2-4DF6-934B-666987DEB268}" destId="{06F2FB9A-1016-4E0C-90AE-865E26014295}" srcOrd="0" destOrd="0" presId="urn:microsoft.com/office/officeart/2008/layout/LinedList"/>
    <dgm:cxn modelId="{BF6EAAC5-752E-4478-AE80-A7193A2AB2F9}" srcId="{96F7BEE8-29B2-4DF6-934B-666987DEB268}" destId="{2899D4E3-3CAD-46B2-9581-CF9697022546}" srcOrd="6" destOrd="0" parTransId="{1C5B1662-7FF4-467F-8E1B-CF309FB1C02C}" sibTransId="{782F20D0-6AA9-4151-A65F-DC7F7BCF9796}"/>
    <dgm:cxn modelId="{8E8461C8-8B39-46A9-BFB7-148F19B6F3A0}" type="presOf" srcId="{76BB8BF0-7638-42BD-8E6F-B73927A9EB02}" destId="{7A916706-4E88-4A37-88D5-E7CA63820114}" srcOrd="0" destOrd="0" presId="urn:microsoft.com/office/officeart/2008/layout/LinedList"/>
    <dgm:cxn modelId="{5A02A8FF-D2E4-4FE9-91FB-EF64EA4EEE3D}" srcId="{96F7BEE8-29B2-4DF6-934B-666987DEB268}" destId="{95395F12-487C-4745-B6B3-CA5A8B3E51C6}" srcOrd="4" destOrd="0" parTransId="{7C7AE26A-7348-41FB-8A30-710E1742AEDE}" sibTransId="{CA0A6F93-36C9-424F-8F13-1BF0B9B0522D}"/>
    <dgm:cxn modelId="{E1F1D50D-8F44-4F68-9966-725FFFAC1FC6}" type="presParOf" srcId="{06F2FB9A-1016-4E0C-90AE-865E26014295}" destId="{71310DF6-4577-408A-9592-87CBBF6D4B56}" srcOrd="0" destOrd="0" presId="urn:microsoft.com/office/officeart/2008/layout/LinedList"/>
    <dgm:cxn modelId="{53562C36-EAF3-4CFB-B981-2346EABAFFF0}" type="presParOf" srcId="{06F2FB9A-1016-4E0C-90AE-865E26014295}" destId="{09D5B78C-ED09-4EF4-BE55-B3B1DD8F5F4C}" srcOrd="1" destOrd="0" presId="urn:microsoft.com/office/officeart/2008/layout/LinedList"/>
    <dgm:cxn modelId="{671E204F-A890-445E-94B8-55B9231A0852}" type="presParOf" srcId="{09D5B78C-ED09-4EF4-BE55-B3B1DD8F5F4C}" destId="{60647AB8-809A-4527-A551-BFA93F54B43C}" srcOrd="0" destOrd="0" presId="urn:microsoft.com/office/officeart/2008/layout/LinedList"/>
    <dgm:cxn modelId="{6FED7DDD-83F9-4E2F-B954-B3CCD3859590}" type="presParOf" srcId="{09D5B78C-ED09-4EF4-BE55-B3B1DD8F5F4C}" destId="{2EE61294-CC84-4E63-9113-D345F38B5F27}" srcOrd="1" destOrd="0" presId="urn:microsoft.com/office/officeart/2008/layout/LinedList"/>
    <dgm:cxn modelId="{F8C07724-AA33-4B77-A922-698D5D5F9582}" type="presParOf" srcId="{06F2FB9A-1016-4E0C-90AE-865E26014295}" destId="{8D7B1858-1BE1-4D93-BEC6-98B0EA977B5E}" srcOrd="2" destOrd="0" presId="urn:microsoft.com/office/officeart/2008/layout/LinedList"/>
    <dgm:cxn modelId="{1A2AC29C-D054-4A0B-BDF3-BBFC25FC2484}" type="presParOf" srcId="{06F2FB9A-1016-4E0C-90AE-865E26014295}" destId="{2C73D26F-062A-43CC-BFA3-5219FC43FF28}" srcOrd="3" destOrd="0" presId="urn:microsoft.com/office/officeart/2008/layout/LinedList"/>
    <dgm:cxn modelId="{274C1AC8-869B-4012-952E-BE0F07AC278B}" type="presParOf" srcId="{2C73D26F-062A-43CC-BFA3-5219FC43FF28}" destId="{7A916706-4E88-4A37-88D5-E7CA63820114}" srcOrd="0" destOrd="0" presId="urn:microsoft.com/office/officeart/2008/layout/LinedList"/>
    <dgm:cxn modelId="{E743B495-AABB-43BE-AF23-21E01523F171}" type="presParOf" srcId="{2C73D26F-062A-43CC-BFA3-5219FC43FF28}" destId="{62A98450-10E1-46CD-BA47-966F303E2C0D}" srcOrd="1" destOrd="0" presId="urn:microsoft.com/office/officeart/2008/layout/LinedList"/>
    <dgm:cxn modelId="{6B0FC8B4-0FEA-45A5-AA04-8FEB0FB0A60E}" type="presParOf" srcId="{06F2FB9A-1016-4E0C-90AE-865E26014295}" destId="{43A7AD9F-F419-46D2-B13D-079CE72FBCD8}" srcOrd="4" destOrd="0" presId="urn:microsoft.com/office/officeart/2008/layout/LinedList"/>
    <dgm:cxn modelId="{EF581BB2-F579-467F-939C-AE3300F08041}" type="presParOf" srcId="{06F2FB9A-1016-4E0C-90AE-865E26014295}" destId="{E36706FA-E4FE-4F96-86EC-94129F2A275F}" srcOrd="5" destOrd="0" presId="urn:microsoft.com/office/officeart/2008/layout/LinedList"/>
    <dgm:cxn modelId="{7B99BE07-A5B0-415A-950E-B52D2399B7C7}" type="presParOf" srcId="{E36706FA-E4FE-4F96-86EC-94129F2A275F}" destId="{16335FDD-C06F-4393-AFEE-A935A88CFFB8}" srcOrd="0" destOrd="0" presId="urn:microsoft.com/office/officeart/2008/layout/LinedList"/>
    <dgm:cxn modelId="{8779EA6E-9BEC-435E-886F-EDE7BE8E957F}" type="presParOf" srcId="{E36706FA-E4FE-4F96-86EC-94129F2A275F}" destId="{3E52F8E8-1C18-48FD-A834-ADA29FB27D0C}" srcOrd="1" destOrd="0" presId="urn:microsoft.com/office/officeart/2008/layout/LinedList"/>
    <dgm:cxn modelId="{6BEF3EB3-1BA0-49CB-A252-7A157297AEE7}" type="presParOf" srcId="{06F2FB9A-1016-4E0C-90AE-865E26014295}" destId="{23CE7E00-AA6C-4998-9934-DF3C3D0CA3C6}" srcOrd="6" destOrd="0" presId="urn:microsoft.com/office/officeart/2008/layout/LinedList"/>
    <dgm:cxn modelId="{49AEB104-AB25-4B7B-9953-58463FB4C727}" type="presParOf" srcId="{06F2FB9A-1016-4E0C-90AE-865E26014295}" destId="{850AAAD0-E190-4BF2-B589-7C59A03BC30D}" srcOrd="7" destOrd="0" presId="urn:microsoft.com/office/officeart/2008/layout/LinedList"/>
    <dgm:cxn modelId="{28A3D0F4-D7D7-4626-86E5-B63D1E270954}" type="presParOf" srcId="{850AAAD0-E190-4BF2-B589-7C59A03BC30D}" destId="{59E7AD3A-66B0-4479-9C4E-4B189125BE46}" srcOrd="0" destOrd="0" presId="urn:microsoft.com/office/officeart/2008/layout/LinedList"/>
    <dgm:cxn modelId="{B9CE0291-EA4A-4F06-A82B-2DA74A07C3BC}" type="presParOf" srcId="{850AAAD0-E190-4BF2-B589-7C59A03BC30D}" destId="{AAC224ED-F711-4327-AAAF-9F8FC74673D6}" srcOrd="1" destOrd="0" presId="urn:microsoft.com/office/officeart/2008/layout/LinedList"/>
    <dgm:cxn modelId="{BA164FEB-4CF9-4684-9742-FA5B3A150D48}" type="presParOf" srcId="{06F2FB9A-1016-4E0C-90AE-865E26014295}" destId="{4FDC5E05-56EA-48A3-998F-34BC7C8FC984}" srcOrd="8" destOrd="0" presId="urn:microsoft.com/office/officeart/2008/layout/LinedList"/>
    <dgm:cxn modelId="{FBB302AB-04F6-4A4B-BA37-D9854BE412DE}" type="presParOf" srcId="{06F2FB9A-1016-4E0C-90AE-865E26014295}" destId="{251364D4-F722-46B7-B5CC-40C633BBEC7C}" srcOrd="9" destOrd="0" presId="urn:microsoft.com/office/officeart/2008/layout/LinedList"/>
    <dgm:cxn modelId="{5AF38EA5-F71D-4978-95AC-DE6D39751325}" type="presParOf" srcId="{251364D4-F722-46B7-B5CC-40C633BBEC7C}" destId="{09894015-B209-498D-83B1-1F536BC4049B}" srcOrd="0" destOrd="0" presId="urn:microsoft.com/office/officeart/2008/layout/LinedList"/>
    <dgm:cxn modelId="{D7F24749-E8C2-4E43-9133-DD596D6749B4}" type="presParOf" srcId="{251364D4-F722-46B7-B5CC-40C633BBEC7C}" destId="{974118EC-8336-4475-A2A6-93370949FA26}" srcOrd="1" destOrd="0" presId="urn:microsoft.com/office/officeart/2008/layout/LinedList"/>
    <dgm:cxn modelId="{4BD5B195-F566-44C6-BC65-8DFB88AF70D7}" type="presParOf" srcId="{06F2FB9A-1016-4E0C-90AE-865E26014295}" destId="{F9BB2CA6-F60B-424F-81E3-9598470E0477}" srcOrd="10" destOrd="0" presId="urn:microsoft.com/office/officeart/2008/layout/LinedList"/>
    <dgm:cxn modelId="{9352AA2B-7F4D-4FF4-9BCA-13A7667663DE}" type="presParOf" srcId="{06F2FB9A-1016-4E0C-90AE-865E26014295}" destId="{7DD4CDC7-77DD-4D4E-8946-3F87A3721B6E}" srcOrd="11" destOrd="0" presId="urn:microsoft.com/office/officeart/2008/layout/LinedList"/>
    <dgm:cxn modelId="{87C87B94-AB27-4D67-8C85-F5ECF2FB51E6}" type="presParOf" srcId="{7DD4CDC7-77DD-4D4E-8946-3F87A3721B6E}" destId="{887A795A-1EC4-43DE-AA64-C7C80BFB1D14}" srcOrd="0" destOrd="0" presId="urn:microsoft.com/office/officeart/2008/layout/LinedList"/>
    <dgm:cxn modelId="{BE0B16F1-68E8-457D-9B8F-06CF07D4347C}" type="presParOf" srcId="{7DD4CDC7-77DD-4D4E-8946-3F87A3721B6E}" destId="{76ABD80C-BA89-4FE0-ABA6-F89054AA017C}" srcOrd="1" destOrd="0" presId="urn:microsoft.com/office/officeart/2008/layout/LinedList"/>
    <dgm:cxn modelId="{22B21FAB-3190-4A8E-B80A-D31473CBF1B3}" type="presParOf" srcId="{06F2FB9A-1016-4E0C-90AE-865E26014295}" destId="{6E2DA852-A727-44E9-AE42-FFE3320390CB}" srcOrd="12" destOrd="0" presId="urn:microsoft.com/office/officeart/2008/layout/LinedList"/>
    <dgm:cxn modelId="{F57A484D-7935-4132-8876-458E1FADED6D}" type="presParOf" srcId="{06F2FB9A-1016-4E0C-90AE-865E26014295}" destId="{7CA1CBF5-836E-4378-9E8A-012C25DCC774}" srcOrd="13" destOrd="0" presId="urn:microsoft.com/office/officeart/2008/layout/LinedList"/>
    <dgm:cxn modelId="{82E185C5-5919-41C6-B1D1-198C55F221DC}" type="presParOf" srcId="{7CA1CBF5-836E-4378-9E8A-012C25DCC774}" destId="{8A8AB5AE-2653-4C43-A369-0E2095D08EE7}" srcOrd="0" destOrd="0" presId="urn:microsoft.com/office/officeart/2008/layout/LinedList"/>
    <dgm:cxn modelId="{FA7B1A63-3774-4C92-B581-690E199700AF}" type="presParOf" srcId="{7CA1CBF5-836E-4378-9E8A-012C25DCC774}" destId="{7631E14C-E645-4F5E-91E4-9374B47B79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AE4D39F-32CB-460D-B71A-7E0CD44AB93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68EF4A77-0E67-44A2-8AD3-3D58CD57299A}">
      <dgm:prSet phldrT="[Texto]"/>
      <dgm:spPr>
        <a:solidFill>
          <a:schemeClr val="tx2">
            <a:lumMod val="85000"/>
            <a:lumOff val="15000"/>
          </a:schemeClr>
        </a:solidFill>
      </dgm:spPr>
      <dgm:t>
        <a:bodyPr/>
        <a:lstStyle/>
        <a:p>
          <a:r>
            <a:rPr lang="es-ES" dirty="0" err="1"/>
            <a:t>IExfiltrator</a:t>
          </a:r>
          <a:r>
            <a:rPr lang="es-ES" dirty="0"/>
            <a:t>&lt;T&gt;</a:t>
          </a:r>
        </a:p>
      </dgm:t>
    </dgm:pt>
    <dgm:pt modelId="{EE301679-E545-441A-AB4E-91389A9DC018}" type="parTrans" cxnId="{26A96827-6D22-440A-9B0D-22EDF1C348D8}">
      <dgm:prSet/>
      <dgm:spPr/>
      <dgm:t>
        <a:bodyPr/>
        <a:lstStyle/>
        <a:p>
          <a:endParaRPr lang="es-ES"/>
        </a:p>
      </dgm:t>
    </dgm:pt>
    <dgm:pt modelId="{842FA3A4-F7A7-4EEC-A864-D968D54EDC2E}" type="sibTrans" cxnId="{26A96827-6D22-440A-9B0D-22EDF1C348D8}">
      <dgm:prSet/>
      <dgm:spPr/>
      <dgm:t>
        <a:bodyPr/>
        <a:lstStyle/>
        <a:p>
          <a:endParaRPr lang="es-ES"/>
        </a:p>
      </dgm:t>
    </dgm:pt>
    <dgm:pt modelId="{7975964A-7FBC-4AF1-93D6-89E8F2DDAF47}">
      <dgm:prSet phldrT="[Texto]"/>
      <dgm:spPr>
        <a:solidFill>
          <a:schemeClr val="tx2">
            <a:lumMod val="85000"/>
            <a:lumOff val="15000"/>
          </a:schemeClr>
        </a:solidFill>
      </dgm:spPr>
      <dgm:t>
        <a:bodyPr/>
        <a:lstStyle/>
        <a:p>
          <a:r>
            <a:rPr lang="es-ES" dirty="0" err="1"/>
            <a:t>DummyExfiltrator</a:t>
          </a:r>
          <a:r>
            <a:rPr lang="es-ES" dirty="0"/>
            <a:t>&lt;T&gt;</a:t>
          </a:r>
        </a:p>
      </dgm:t>
    </dgm:pt>
    <dgm:pt modelId="{58373BBB-BFD8-43DA-AE41-00160DD1A9E8}" type="parTrans" cxnId="{E9BAFFF3-D41F-4629-A13F-741839F2F545}">
      <dgm:prSet/>
      <dgm:spPr>
        <a:ln>
          <a:solidFill>
            <a:schemeClr val="tx1"/>
          </a:solidFill>
          <a:prstDash val="dash"/>
          <a:headEnd type="triangle" w="lg" len="lg"/>
          <a:tailEnd type="none"/>
        </a:ln>
      </dgm:spPr>
      <dgm:t>
        <a:bodyPr/>
        <a:lstStyle/>
        <a:p>
          <a:endParaRPr lang="es-ES"/>
        </a:p>
      </dgm:t>
    </dgm:pt>
    <dgm:pt modelId="{117E0BB2-E9B1-4942-BA3A-0445F55377F7}" type="sibTrans" cxnId="{E9BAFFF3-D41F-4629-A13F-741839F2F545}">
      <dgm:prSet/>
      <dgm:spPr/>
      <dgm:t>
        <a:bodyPr/>
        <a:lstStyle/>
        <a:p>
          <a:endParaRPr lang="es-ES"/>
        </a:p>
      </dgm:t>
    </dgm:pt>
    <dgm:pt modelId="{FF653E8B-19A3-49F8-BF49-FFBE15584EC9}">
      <dgm:prSet phldrT="[Texto]"/>
      <dgm:spPr>
        <a:solidFill>
          <a:schemeClr val="tx2">
            <a:lumMod val="85000"/>
            <a:lumOff val="15000"/>
          </a:schemeClr>
        </a:solidFill>
      </dgm:spPr>
      <dgm:t>
        <a:bodyPr/>
        <a:lstStyle/>
        <a:p>
          <a:r>
            <a:rPr lang="es-ES" dirty="0" err="1"/>
            <a:t>ElasticExfiltrator</a:t>
          </a:r>
          <a:r>
            <a:rPr lang="es-ES" dirty="0"/>
            <a:t>&lt;String&gt;</a:t>
          </a:r>
        </a:p>
      </dgm:t>
    </dgm:pt>
    <dgm:pt modelId="{93C1F42F-EEC0-4F26-8C0B-D7D9BCA684E1}" type="parTrans" cxnId="{9B1FBBE9-DEE5-49B8-9748-18690B6415CD}">
      <dgm:prSet/>
      <dgm:spPr>
        <a:ln>
          <a:solidFill>
            <a:schemeClr val="tx1"/>
          </a:solidFill>
          <a:prstDash val="dash"/>
          <a:headEnd type="triangle" w="lg" len="lg"/>
          <a:tailEnd type="none"/>
        </a:ln>
      </dgm:spPr>
      <dgm:t>
        <a:bodyPr/>
        <a:lstStyle/>
        <a:p>
          <a:endParaRPr lang="es-ES"/>
        </a:p>
      </dgm:t>
    </dgm:pt>
    <dgm:pt modelId="{159E8F86-2CEF-4A7F-8367-3269E760BFC5}" type="sibTrans" cxnId="{9B1FBBE9-DEE5-49B8-9748-18690B6415CD}">
      <dgm:prSet/>
      <dgm:spPr/>
      <dgm:t>
        <a:bodyPr/>
        <a:lstStyle/>
        <a:p>
          <a:endParaRPr lang="es-ES"/>
        </a:p>
      </dgm:t>
    </dgm:pt>
    <dgm:pt modelId="{2677A475-97DB-4E90-AE9E-1296DEA3F89D}" type="pres">
      <dgm:prSet presAssocID="{AAE4D39F-32CB-460D-B71A-7E0CD44AB93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2990984-7F2A-4A24-BD93-11158E1E9176}" type="pres">
      <dgm:prSet presAssocID="{68EF4A77-0E67-44A2-8AD3-3D58CD57299A}" presName="hierRoot1" presStyleCnt="0">
        <dgm:presLayoutVars>
          <dgm:hierBranch val="init"/>
        </dgm:presLayoutVars>
      </dgm:prSet>
      <dgm:spPr/>
    </dgm:pt>
    <dgm:pt modelId="{0BAA0EA7-B140-4B02-B5E3-19CB39FB45F1}" type="pres">
      <dgm:prSet presAssocID="{68EF4A77-0E67-44A2-8AD3-3D58CD57299A}" presName="rootComposite1" presStyleCnt="0"/>
      <dgm:spPr/>
    </dgm:pt>
    <dgm:pt modelId="{F9DE44C4-4DEC-450F-8A37-0C6A4D2802C9}" type="pres">
      <dgm:prSet presAssocID="{68EF4A77-0E67-44A2-8AD3-3D58CD57299A}" presName="rootText1" presStyleLbl="node0" presStyleIdx="0" presStyleCnt="1" custLinFactNeighborX="0" custLinFactNeighborY="-50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FB10C398-490A-40EA-A7BD-CB21704F03F6}" type="pres">
      <dgm:prSet presAssocID="{68EF4A77-0E67-44A2-8AD3-3D58CD57299A}" presName="rootConnector1" presStyleLbl="node1" presStyleIdx="0" presStyleCnt="0"/>
      <dgm:spPr/>
    </dgm:pt>
    <dgm:pt modelId="{CF298092-7B44-4D36-BF30-81FA88BED7C2}" type="pres">
      <dgm:prSet presAssocID="{68EF4A77-0E67-44A2-8AD3-3D58CD57299A}" presName="hierChild2" presStyleCnt="0"/>
      <dgm:spPr/>
    </dgm:pt>
    <dgm:pt modelId="{44A0C616-8ACE-4186-ADFB-4A44E52D113B}" type="pres">
      <dgm:prSet presAssocID="{58373BBB-BFD8-43DA-AE41-00160DD1A9E8}" presName="Name37" presStyleLbl="parChTrans1D2" presStyleIdx="0" presStyleCnt="2"/>
      <dgm:spPr/>
    </dgm:pt>
    <dgm:pt modelId="{B8E90C23-BF39-4CEE-9C6F-6E0694A58478}" type="pres">
      <dgm:prSet presAssocID="{7975964A-7FBC-4AF1-93D6-89E8F2DDAF47}" presName="hierRoot2" presStyleCnt="0">
        <dgm:presLayoutVars>
          <dgm:hierBranch val="init"/>
        </dgm:presLayoutVars>
      </dgm:prSet>
      <dgm:spPr/>
    </dgm:pt>
    <dgm:pt modelId="{4195FD8B-428E-4C4C-A49A-E6028CCA5ACC}" type="pres">
      <dgm:prSet presAssocID="{7975964A-7FBC-4AF1-93D6-89E8F2DDAF47}" presName="rootComposite" presStyleCnt="0"/>
      <dgm:spPr/>
    </dgm:pt>
    <dgm:pt modelId="{3573DEA5-1B00-4F57-8686-9D180132E878}" type="pres">
      <dgm:prSet presAssocID="{7975964A-7FBC-4AF1-93D6-89E8F2DDAF47}" presName="rootText" presStyleLbl="node2" presStyleIdx="0" presStyleCnt="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24761571-182D-49B7-957D-11A7CA54195D}" type="pres">
      <dgm:prSet presAssocID="{7975964A-7FBC-4AF1-93D6-89E8F2DDAF47}" presName="rootConnector" presStyleLbl="node2" presStyleIdx="0" presStyleCnt="2"/>
      <dgm:spPr/>
    </dgm:pt>
    <dgm:pt modelId="{736F0094-D90F-4CD1-BA63-AC9039999FF9}" type="pres">
      <dgm:prSet presAssocID="{7975964A-7FBC-4AF1-93D6-89E8F2DDAF47}" presName="hierChild4" presStyleCnt="0"/>
      <dgm:spPr/>
    </dgm:pt>
    <dgm:pt modelId="{696136DF-78BC-424B-82DB-9AEDB540BFFA}" type="pres">
      <dgm:prSet presAssocID="{7975964A-7FBC-4AF1-93D6-89E8F2DDAF47}" presName="hierChild5" presStyleCnt="0"/>
      <dgm:spPr/>
    </dgm:pt>
    <dgm:pt modelId="{A4AC2D46-B167-47F2-B949-C98A0D1C2AB5}" type="pres">
      <dgm:prSet presAssocID="{93C1F42F-EEC0-4F26-8C0B-D7D9BCA684E1}" presName="Name37" presStyleLbl="parChTrans1D2" presStyleIdx="1" presStyleCnt="2"/>
      <dgm:spPr/>
    </dgm:pt>
    <dgm:pt modelId="{C6B62FC5-48D4-4275-86C3-F2E243D0507E}" type="pres">
      <dgm:prSet presAssocID="{FF653E8B-19A3-49F8-BF49-FFBE15584EC9}" presName="hierRoot2" presStyleCnt="0">
        <dgm:presLayoutVars>
          <dgm:hierBranch val="init"/>
        </dgm:presLayoutVars>
      </dgm:prSet>
      <dgm:spPr/>
    </dgm:pt>
    <dgm:pt modelId="{37A28FBF-8F10-4603-AD3F-C4D9DC293357}" type="pres">
      <dgm:prSet presAssocID="{FF653E8B-19A3-49F8-BF49-FFBE15584EC9}" presName="rootComposite" presStyleCnt="0"/>
      <dgm:spPr/>
    </dgm:pt>
    <dgm:pt modelId="{5EF54805-C632-4E94-BDEB-5C622C4F8D52}" type="pres">
      <dgm:prSet presAssocID="{FF653E8B-19A3-49F8-BF49-FFBE15584EC9}" presName="rootText" presStyleLbl="node2" presStyleIdx="1" presStyleCnt="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6FBC930B-FF9D-448D-AFD8-7F8DEC84123C}" type="pres">
      <dgm:prSet presAssocID="{FF653E8B-19A3-49F8-BF49-FFBE15584EC9}" presName="rootConnector" presStyleLbl="node2" presStyleIdx="1" presStyleCnt="2"/>
      <dgm:spPr/>
    </dgm:pt>
    <dgm:pt modelId="{A7BB6CD2-A6A6-4B85-AEB8-8B77C98B0150}" type="pres">
      <dgm:prSet presAssocID="{FF653E8B-19A3-49F8-BF49-FFBE15584EC9}" presName="hierChild4" presStyleCnt="0"/>
      <dgm:spPr/>
    </dgm:pt>
    <dgm:pt modelId="{F64CB07E-C3BF-4D61-BD32-42E47E2E641E}" type="pres">
      <dgm:prSet presAssocID="{FF653E8B-19A3-49F8-BF49-FFBE15584EC9}" presName="hierChild5" presStyleCnt="0"/>
      <dgm:spPr/>
    </dgm:pt>
    <dgm:pt modelId="{59A9C97F-D74E-4E28-85AF-8DE500EF8957}" type="pres">
      <dgm:prSet presAssocID="{68EF4A77-0E67-44A2-8AD3-3D58CD57299A}" presName="hierChild3" presStyleCnt="0"/>
      <dgm:spPr/>
    </dgm:pt>
  </dgm:ptLst>
  <dgm:cxnLst>
    <dgm:cxn modelId="{D2B2041A-27F6-4533-B70A-43EA13B0132D}" type="presOf" srcId="{58373BBB-BFD8-43DA-AE41-00160DD1A9E8}" destId="{44A0C616-8ACE-4186-ADFB-4A44E52D113B}" srcOrd="0" destOrd="0" presId="urn:microsoft.com/office/officeart/2005/8/layout/orgChart1"/>
    <dgm:cxn modelId="{26A96827-6D22-440A-9B0D-22EDF1C348D8}" srcId="{AAE4D39F-32CB-460D-B71A-7E0CD44AB93F}" destId="{68EF4A77-0E67-44A2-8AD3-3D58CD57299A}" srcOrd="0" destOrd="0" parTransId="{EE301679-E545-441A-AB4E-91389A9DC018}" sibTransId="{842FA3A4-F7A7-4EEC-A864-D968D54EDC2E}"/>
    <dgm:cxn modelId="{612C1439-792C-4B2A-A72A-9283F7E1332A}" type="presOf" srcId="{68EF4A77-0E67-44A2-8AD3-3D58CD57299A}" destId="{FB10C398-490A-40EA-A7BD-CB21704F03F6}" srcOrd="1" destOrd="0" presId="urn:microsoft.com/office/officeart/2005/8/layout/orgChart1"/>
    <dgm:cxn modelId="{F805843E-1211-416A-9117-DE08A651BE3D}" type="presOf" srcId="{7975964A-7FBC-4AF1-93D6-89E8F2DDAF47}" destId="{24761571-182D-49B7-957D-11A7CA54195D}" srcOrd="1" destOrd="0" presId="urn:microsoft.com/office/officeart/2005/8/layout/orgChart1"/>
    <dgm:cxn modelId="{4695DD46-5050-4ED0-AEC9-3277B703C207}" type="presOf" srcId="{7975964A-7FBC-4AF1-93D6-89E8F2DDAF47}" destId="{3573DEA5-1B00-4F57-8686-9D180132E878}" srcOrd="0" destOrd="0" presId="urn:microsoft.com/office/officeart/2005/8/layout/orgChart1"/>
    <dgm:cxn modelId="{39EC7E52-3CE2-4A84-8C83-2EC74F46822A}" type="presOf" srcId="{FF653E8B-19A3-49F8-BF49-FFBE15584EC9}" destId="{5EF54805-C632-4E94-BDEB-5C622C4F8D52}" srcOrd="0" destOrd="0" presId="urn:microsoft.com/office/officeart/2005/8/layout/orgChart1"/>
    <dgm:cxn modelId="{C0E4A658-FC42-4C69-838A-02F1D19F8C8F}" type="presOf" srcId="{68EF4A77-0E67-44A2-8AD3-3D58CD57299A}" destId="{F9DE44C4-4DEC-450F-8A37-0C6A4D2802C9}" srcOrd="0" destOrd="0" presId="urn:microsoft.com/office/officeart/2005/8/layout/orgChart1"/>
    <dgm:cxn modelId="{59B6AD93-28CF-428C-B723-D9501E25CF38}" type="presOf" srcId="{AAE4D39F-32CB-460D-B71A-7E0CD44AB93F}" destId="{2677A475-97DB-4E90-AE9E-1296DEA3F89D}" srcOrd="0" destOrd="0" presId="urn:microsoft.com/office/officeart/2005/8/layout/orgChart1"/>
    <dgm:cxn modelId="{B0D2E494-4FA0-4963-B782-6A771F0252F3}" type="presOf" srcId="{FF653E8B-19A3-49F8-BF49-FFBE15584EC9}" destId="{6FBC930B-FF9D-448D-AFD8-7F8DEC84123C}" srcOrd="1" destOrd="0" presId="urn:microsoft.com/office/officeart/2005/8/layout/orgChart1"/>
    <dgm:cxn modelId="{6FF53DA6-6896-453C-B65E-F9C27C836A3A}" type="presOf" srcId="{93C1F42F-EEC0-4F26-8C0B-D7D9BCA684E1}" destId="{A4AC2D46-B167-47F2-B949-C98A0D1C2AB5}" srcOrd="0" destOrd="0" presId="urn:microsoft.com/office/officeart/2005/8/layout/orgChart1"/>
    <dgm:cxn modelId="{9B1FBBE9-DEE5-49B8-9748-18690B6415CD}" srcId="{68EF4A77-0E67-44A2-8AD3-3D58CD57299A}" destId="{FF653E8B-19A3-49F8-BF49-FFBE15584EC9}" srcOrd="1" destOrd="0" parTransId="{93C1F42F-EEC0-4F26-8C0B-D7D9BCA684E1}" sibTransId="{159E8F86-2CEF-4A7F-8367-3269E760BFC5}"/>
    <dgm:cxn modelId="{E9BAFFF3-D41F-4629-A13F-741839F2F545}" srcId="{68EF4A77-0E67-44A2-8AD3-3D58CD57299A}" destId="{7975964A-7FBC-4AF1-93D6-89E8F2DDAF47}" srcOrd="0" destOrd="0" parTransId="{58373BBB-BFD8-43DA-AE41-00160DD1A9E8}" sibTransId="{117E0BB2-E9B1-4942-BA3A-0445F55377F7}"/>
    <dgm:cxn modelId="{A2282566-7C29-4012-8EB3-AF056422859F}" type="presParOf" srcId="{2677A475-97DB-4E90-AE9E-1296DEA3F89D}" destId="{42990984-7F2A-4A24-BD93-11158E1E9176}" srcOrd="0" destOrd="0" presId="urn:microsoft.com/office/officeart/2005/8/layout/orgChart1"/>
    <dgm:cxn modelId="{86982B63-1447-4B5F-85EE-7E521A0595BC}" type="presParOf" srcId="{42990984-7F2A-4A24-BD93-11158E1E9176}" destId="{0BAA0EA7-B140-4B02-B5E3-19CB39FB45F1}" srcOrd="0" destOrd="0" presId="urn:microsoft.com/office/officeart/2005/8/layout/orgChart1"/>
    <dgm:cxn modelId="{9C390B13-EAF6-44AE-8615-B4FA6C1264BE}" type="presParOf" srcId="{0BAA0EA7-B140-4B02-B5E3-19CB39FB45F1}" destId="{F9DE44C4-4DEC-450F-8A37-0C6A4D2802C9}" srcOrd="0" destOrd="0" presId="urn:microsoft.com/office/officeart/2005/8/layout/orgChart1"/>
    <dgm:cxn modelId="{EDF6EADE-1420-4E4F-9763-B646D9D68171}" type="presParOf" srcId="{0BAA0EA7-B140-4B02-B5E3-19CB39FB45F1}" destId="{FB10C398-490A-40EA-A7BD-CB21704F03F6}" srcOrd="1" destOrd="0" presId="urn:microsoft.com/office/officeart/2005/8/layout/orgChart1"/>
    <dgm:cxn modelId="{6D0C52FF-9219-40B6-AAA4-5FCC620ECCB2}" type="presParOf" srcId="{42990984-7F2A-4A24-BD93-11158E1E9176}" destId="{CF298092-7B44-4D36-BF30-81FA88BED7C2}" srcOrd="1" destOrd="0" presId="urn:microsoft.com/office/officeart/2005/8/layout/orgChart1"/>
    <dgm:cxn modelId="{F5C9F9E8-EA60-469C-AA2D-86B103B58CA5}" type="presParOf" srcId="{CF298092-7B44-4D36-BF30-81FA88BED7C2}" destId="{44A0C616-8ACE-4186-ADFB-4A44E52D113B}" srcOrd="0" destOrd="0" presId="urn:microsoft.com/office/officeart/2005/8/layout/orgChart1"/>
    <dgm:cxn modelId="{58D4DA27-67B7-49CD-A349-1E88C798224C}" type="presParOf" srcId="{CF298092-7B44-4D36-BF30-81FA88BED7C2}" destId="{B8E90C23-BF39-4CEE-9C6F-6E0694A58478}" srcOrd="1" destOrd="0" presId="urn:microsoft.com/office/officeart/2005/8/layout/orgChart1"/>
    <dgm:cxn modelId="{07FD0F27-9BA2-4377-83AF-68859126F7C7}" type="presParOf" srcId="{B8E90C23-BF39-4CEE-9C6F-6E0694A58478}" destId="{4195FD8B-428E-4C4C-A49A-E6028CCA5ACC}" srcOrd="0" destOrd="0" presId="urn:microsoft.com/office/officeart/2005/8/layout/orgChart1"/>
    <dgm:cxn modelId="{510954EC-4E03-478E-B18B-98EA7EBDF453}" type="presParOf" srcId="{4195FD8B-428E-4C4C-A49A-E6028CCA5ACC}" destId="{3573DEA5-1B00-4F57-8686-9D180132E878}" srcOrd="0" destOrd="0" presId="urn:microsoft.com/office/officeart/2005/8/layout/orgChart1"/>
    <dgm:cxn modelId="{98855B44-7D3A-470C-BC0E-5691367093FF}" type="presParOf" srcId="{4195FD8B-428E-4C4C-A49A-E6028CCA5ACC}" destId="{24761571-182D-49B7-957D-11A7CA54195D}" srcOrd="1" destOrd="0" presId="urn:microsoft.com/office/officeart/2005/8/layout/orgChart1"/>
    <dgm:cxn modelId="{43F2BDEE-90BA-4440-B4B4-7252088CDE9A}" type="presParOf" srcId="{B8E90C23-BF39-4CEE-9C6F-6E0694A58478}" destId="{736F0094-D90F-4CD1-BA63-AC9039999FF9}" srcOrd="1" destOrd="0" presId="urn:microsoft.com/office/officeart/2005/8/layout/orgChart1"/>
    <dgm:cxn modelId="{0AA94FD6-5327-40B2-86D8-6ED93A69CA55}" type="presParOf" srcId="{B8E90C23-BF39-4CEE-9C6F-6E0694A58478}" destId="{696136DF-78BC-424B-82DB-9AEDB540BFFA}" srcOrd="2" destOrd="0" presId="urn:microsoft.com/office/officeart/2005/8/layout/orgChart1"/>
    <dgm:cxn modelId="{795931E1-3C26-4FE4-9ED0-7A8A4A95840C}" type="presParOf" srcId="{CF298092-7B44-4D36-BF30-81FA88BED7C2}" destId="{A4AC2D46-B167-47F2-B949-C98A0D1C2AB5}" srcOrd="2" destOrd="0" presId="urn:microsoft.com/office/officeart/2005/8/layout/orgChart1"/>
    <dgm:cxn modelId="{3C8D9F24-3649-4D2A-BF33-B384D9E10B14}" type="presParOf" srcId="{CF298092-7B44-4D36-BF30-81FA88BED7C2}" destId="{C6B62FC5-48D4-4275-86C3-F2E243D0507E}" srcOrd="3" destOrd="0" presId="urn:microsoft.com/office/officeart/2005/8/layout/orgChart1"/>
    <dgm:cxn modelId="{FC6F2A39-C090-45C6-838E-3335E9EA9A10}" type="presParOf" srcId="{C6B62FC5-48D4-4275-86C3-F2E243D0507E}" destId="{37A28FBF-8F10-4603-AD3F-C4D9DC293357}" srcOrd="0" destOrd="0" presId="urn:microsoft.com/office/officeart/2005/8/layout/orgChart1"/>
    <dgm:cxn modelId="{6CD13199-F883-4CA0-9582-8AD08687C6A3}" type="presParOf" srcId="{37A28FBF-8F10-4603-AD3F-C4D9DC293357}" destId="{5EF54805-C632-4E94-BDEB-5C622C4F8D52}" srcOrd="0" destOrd="0" presId="urn:microsoft.com/office/officeart/2005/8/layout/orgChart1"/>
    <dgm:cxn modelId="{6238F5F1-0C99-40E1-8C14-6C53F6E084BE}" type="presParOf" srcId="{37A28FBF-8F10-4603-AD3F-C4D9DC293357}" destId="{6FBC930B-FF9D-448D-AFD8-7F8DEC84123C}" srcOrd="1" destOrd="0" presId="urn:microsoft.com/office/officeart/2005/8/layout/orgChart1"/>
    <dgm:cxn modelId="{BEF75B4E-C311-4B21-85AB-3E7A4846A5CF}" type="presParOf" srcId="{C6B62FC5-48D4-4275-86C3-F2E243D0507E}" destId="{A7BB6CD2-A6A6-4B85-AEB8-8B77C98B0150}" srcOrd="1" destOrd="0" presId="urn:microsoft.com/office/officeart/2005/8/layout/orgChart1"/>
    <dgm:cxn modelId="{02794199-5009-4512-91C8-CD97CAFCB850}" type="presParOf" srcId="{C6B62FC5-48D4-4275-86C3-F2E243D0507E}" destId="{F64CB07E-C3BF-4D61-BD32-42E47E2E641E}" srcOrd="2" destOrd="0" presId="urn:microsoft.com/office/officeart/2005/8/layout/orgChart1"/>
    <dgm:cxn modelId="{7D000468-ED63-4266-BF53-C2BEF96AF4DD}" type="presParOf" srcId="{42990984-7F2A-4A24-BD93-11158E1E9176}" destId="{59A9C97F-D74E-4E28-85AF-8DE500EF895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6F7BEE8-29B2-4DF6-934B-666987DEB268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57B70E-9C4C-4E7E-9613-05021A177EB3}">
      <dgm:prSet/>
      <dgm:spPr/>
      <dgm:t>
        <a:bodyPr/>
        <a:lstStyle/>
        <a:p>
          <a:r>
            <a:rPr lang="es-ES" b="0" dirty="0"/>
            <a:t>Análisis de necesidad</a:t>
          </a:r>
          <a:endParaRPr lang="en-US" b="0" dirty="0"/>
        </a:p>
      </dgm:t>
    </dgm:pt>
    <dgm:pt modelId="{51EA5FDF-2601-4EF5-BAB1-71E06732EAB8}" type="parTrans" cxnId="{60194E8C-1CB1-4AFB-9BBC-B2ACD2774F3A}">
      <dgm:prSet/>
      <dgm:spPr/>
      <dgm:t>
        <a:bodyPr/>
        <a:lstStyle/>
        <a:p>
          <a:endParaRPr lang="en-US"/>
        </a:p>
      </dgm:t>
    </dgm:pt>
    <dgm:pt modelId="{97D4128F-1D4A-4259-8947-82A6B4894ED2}" type="sibTrans" cxnId="{60194E8C-1CB1-4AFB-9BBC-B2ACD2774F3A}">
      <dgm:prSet/>
      <dgm:spPr/>
      <dgm:t>
        <a:bodyPr/>
        <a:lstStyle/>
        <a:p>
          <a:endParaRPr lang="en-US"/>
        </a:p>
      </dgm:t>
    </dgm:pt>
    <dgm:pt modelId="{76BB8BF0-7638-42BD-8E6F-B73927A9EB02}">
      <dgm:prSet/>
      <dgm:spPr/>
      <dgm:t>
        <a:bodyPr/>
        <a:lstStyle/>
        <a:p>
          <a:r>
            <a:rPr lang="es-ES" b="0" dirty="0"/>
            <a:t>Investigación inicial</a:t>
          </a:r>
          <a:endParaRPr lang="en-US" b="0" dirty="0"/>
        </a:p>
      </dgm:t>
    </dgm:pt>
    <dgm:pt modelId="{56EAC38C-111A-4DC9-BFC3-399A616CF0B1}" type="parTrans" cxnId="{DB504EA5-7C8B-4568-8EAC-895872285F58}">
      <dgm:prSet/>
      <dgm:spPr/>
      <dgm:t>
        <a:bodyPr/>
        <a:lstStyle/>
        <a:p>
          <a:endParaRPr lang="en-US"/>
        </a:p>
      </dgm:t>
    </dgm:pt>
    <dgm:pt modelId="{D5B502D7-558D-487F-873F-F2ABCFAA7286}" type="sibTrans" cxnId="{DB504EA5-7C8B-4568-8EAC-895872285F58}">
      <dgm:prSet/>
      <dgm:spPr/>
      <dgm:t>
        <a:bodyPr/>
        <a:lstStyle/>
        <a:p>
          <a:endParaRPr lang="en-US"/>
        </a:p>
      </dgm:t>
    </dgm:pt>
    <dgm:pt modelId="{D3E7F0BF-49A1-4518-89A9-30816F341182}">
      <dgm:prSet/>
      <dgm:spPr/>
      <dgm:t>
        <a:bodyPr/>
        <a:lstStyle/>
        <a:p>
          <a:r>
            <a:rPr lang="es-ES" b="0" dirty="0"/>
            <a:t>Estudio de alternativas</a:t>
          </a:r>
          <a:endParaRPr lang="en-US" b="0" dirty="0"/>
        </a:p>
      </dgm:t>
    </dgm:pt>
    <dgm:pt modelId="{C619D95B-AF87-444F-9FE9-9AB1C51BB99B}" type="parTrans" cxnId="{AAA9063D-4ECA-414A-95E0-C3C0F1A473F2}">
      <dgm:prSet/>
      <dgm:spPr/>
      <dgm:t>
        <a:bodyPr/>
        <a:lstStyle/>
        <a:p>
          <a:endParaRPr lang="en-US"/>
        </a:p>
      </dgm:t>
    </dgm:pt>
    <dgm:pt modelId="{156D45E4-D58A-4CD1-829F-2DF6B3AB2980}" type="sibTrans" cxnId="{AAA9063D-4ECA-414A-95E0-C3C0F1A473F2}">
      <dgm:prSet/>
      <dgm:spPr/>
      <dgm:t>
        <a:bodyPr/>
        <a:lstStyle/>
        <a:p>
          <a:endParaRPr lang="en-US"/>
        </a:p>
      </dgm:t>
    </dgm:pt>
    <dgm:pt modelId="{6055B4ED-C30F-4549-BFCB-091A6F66D3A8}">
      <dgm:prSet/>
      <dgm:spPr/>
      <dgm:t>
        <a:bodyPr/>
        <a:lstStyle/>
        <a:p>
          <a:r>
            <a:rPr lang="es-ES" b="0" dirty="0"/>
            <a:t>Diseño e implementación</a:t>
          </a:r>
          <a:endParaRPr lang="en-US" b="0" dirty="0"/>
        </a:p>
      </dgm:t>
    </dgm:pt>
    <dgm:pt modelId="{74656000-C26F-4DDF-B14E-DE92150B4669}" type="parTrans" cxnId="{9F74CD8D-92EF-45C6-94BB-0E15A6FF9867}">
      <dgm:prSet/>
      <dgm:spPr/>
      <dgm:t>
        <a:bodyPr/>
        <a:lstStyle/>
        <a:p>
          <a:endParaRPr lang="en-US"/>
        </a:p>
      </dgm:t>
    </dgm:pt>
    <dgm:pt modelId="{BF483E69-9E7F-429B-B5D0-DC6E3BE1DC6D}" type="sibTrans" cxnId="{9F74CD8D-92EF-45C6-94BB-0E15A6FF9867}">
      <dgm:prSet/>
      <dgm:spPr/>
      <dgm:t>
        <a:bodyPr/>
        <a:lstStyle/>
        <a:p>
          <a:endParaRPr lang="en-US"/>
        </a:p>
      </dgm:t>
    </dgm:pt>
    <dgm:pt modelId="{95395F12-487C-4745-B6B3-CA5A8B3E51C6}">
      <dgm:prSet/>
      <dgm:spPr/>
      <dgm:t>
        <a:bodyPr/>
        <a:lstStyle/>
        <a:p>
          <a:r>
            <a:rPr lang="es-ES" b="1" dirty="0"/>
            <a:t>Ejecución de pruebas</a:t>
          </a:r>
          <a:endParaRPr lang="en-US" b="1" dirty="0"/>
        </a:p>
      </dgm:t>
    </dgm:pt>
    <dgm:pt modelId="{7C7AE26A-7348-41FB-8A30-710E1742AEDE}" type="parTrans" cxnId="{5A02A8FF-D2E4-4FE9-91FB-EF64EA4EEE3D}">
      <dgm:prSet/>
      <dgm:spPr/>
      <dgm:t>
        <a:bodyPr/>
        <a:lstStyle/>
        <a:p>
          <a:endParaRPr lang="en-US"/>
        </a:p>
      </dgm:t>
    </dgm:pt>
    <dgm:pt modelId="{CA0A6F93-36C9-424F-8F13-1BF0B9B0522D}" type="sibTrans" cxnId="{5A02A8FF-D2E4-4FE9-91FB-EF64EA4EEE3D}">
      <dgm:prSet/>
      <dgm:spPr/>
      <dgm:t>
        <a:bodyPr/>
        <a:lstStyle/>
        <a:p>
          <a:endParaRPr lang="en-US"/>
        </a:p>
      </dgm:t>
    </dgm:pt>
    <dgm:pt modelId="{FFC61F4A-B00B-46DA-8CBF-64A1879FB355}">
      <dgm:prSet/>
      <dgm:spPr/>
      <dgm:t>
        <a:bodyPr/>
        <a:lstStyle/>
        <a:p>
          <a:r>
            <a:rPr lang="es-ES" dirty="0"/>
            <a:t>Reducción de detectabilidad</a:t>
          </a:r>
          <a:endParaRPr lang="en-US" dirty="0"/>
        </a:p>
      </dgm:t>
    </dgm:pt>
    <dgm:pt modelId="{496B552B-0655-44D7-AD3F-731D190F9F9D}" type="parTrans" cxnId="{3262E145-4C0F-4226-AD93-615E07B4B341}">
      <dgm:prSet/>
      <dgm:spPr/>
      <dgm:t>
        <a:bodyPr/>
        <a:lstStyle/>
        <a:p>
          <a:endParaRPr lang="en-US"/>
        </a:p>
      </dgm:t>
    </dgm:pt>
    <dgm:pt modelId="{97DA99C0-85EC-42BF-B91A-91A3DE9699AE}" type="sibTrans" cxnId="{3262E145-4C0F-4226-AD93-615E07B4B341}">
      <dgm:prSet/>
      <dgm:spPr/>
      <dgm:t>
        <a:bodyPr/>
        <a:lstStyle/>
        <a:p>
          <a:endParaRPr lang="en-US"/>
        </a:p>
      </dgm:t>
    </dgm:pt>
    <dgm:pt modelId="{2899D4E3-3CAD-46B2-9581-CF9697022546}">
      <dgm:prSet/>
      <dgm:spPr/>
      <dgm:t>
        <a:bodyPr/>
        <a:lstStyle/>
        <a:p>
          <a:r>
            <a:rPr lang="es-ES" dirty="0"/>
            <a:t>Conclusiones y Ampliaciones</a:t>
          </a:r>
          <a:endParaRPr lang="en-US" dirty="0"/>
        </a:p>
      </dgm:t>
    </dgm:pt>
    <dgm:pt modelId="{1C5B1662-7FF4-467F-8E1B-CF309FB1C02C}" type="parTrans" cxnId="{BF6EAAC5-752E-4478-AE80-A7193A2AB2F9}">
      <dgm:prSet/>
      <dgm:spPr/>
      <dgm:t>
        <a:bodyPr/>
        <a:lstStyle/>
        <a:p>
          <a:endParaRPr lang="en-US"/>
        </a:p>
      </dgm:t>
    </dgm:pt>
    <dgm:pt modelId="{782F20D0-6AA9-4151-A65F-DC7F7BCF9796}" type="sibTrans" cxnId="{BF6EAAC5-752E-4478-AE80-A7193A2AB2F9}">
      <dgm:prSet/>
      <dgm:spPr/>
      <dgm:t>
        <a:bodyPr/>
        <a:lstStyle/>
        <a:p>
          <a:endParaRPr lang="en-US"/>
        </a:p>
      </dgm:t>
    </dgm:pt>
    <dgm:pt modelId="{06F2FB9A-1016-4E0C-90AE-865E26014295}" type="pres">
      <dgm:prSet presAssocID="{96F7BEE8-29B2-4DF6-934B-666987DEB268}" presName="vert0" presStyleCnt="0">
        <dgm:presLayoutVars>
          <dgm:dir/>
          <dgm:animOne val="branch"/>
          <dgm:animLvl val="lvl"/>
        </dgm:presLayoutVars>
      </dgm:prSet>
      <dgm:spPr/>
    </dgm:pt>
    <dgm:pt modelId="{71310DF6-4577-408A-9592-87CBBF6D4B56}" type="pres">
      <dgm:prSet presAssocID="{3B57B70E-9C4C-4E7E-9613-05021A177EB3}" presName="thickLine" presStyleLbl="alignNode1" presStyleIdx="0" presStyleCnt="7"/>
      <dgm:spPr/>
    </dgm:pt>
    <dgm:pt modelId="{09D5B78C-ED09-4EF4-BE55-B3B1DD8F5F4C}" type="pres">
      <dgm:prSet presAssocID="{3B57B70E-9C4C-4E7E-9613-05021A177EB3}" presName="horz1" presStyleCnt="0"/>
      <dgm:spPr/>
    </dgm:pt>
    <dgm:pt modelId="{60647AB8-809A-4527-A551-BFA93F54B43C}" type="pres">
      <dgm:prSet presAssocID="{3B57B70E-9C4C-4E7E-9613-05021A177EB3}" presName="tx1" presStyleLbl="revTx" presStyleIdx="0" presStyleCnt="7"/>
      <dgm:spPr/>
    </dgm:pt>
    <dgm:pt modelId="{2EE61294-CC84-4E63-9113-D345F38B5F27}" type="pres">
      <dgm:prSet presAssocID="{3B57B70E-9C4C-4E7E-9613-05021A177EB3}" presName="vert1" presStyleCnt="0"/>
      <dgm:spPr/>
    </dgm:pt>
    <dgm:pt modelId="{8D7B1858-1BE1-4D93-BEC6-98B0EA977B5E}" type="pres">
      <dgm:prSet presAssocID="{76BB8BF0-7638-42BD-8E6F-B73927A9EB02}" presName="thickLine" presStyleLbl="alignNode1" presStyleIdx="1" presStyleCnt="7"/>
      <dgm:spPr/>
    </dgm:pt>
    <dgm:pt modelId="{2C73D26F-062A-43CC-BFA3-5219FC43FF28}" type="pres">
      <dgm:prSet presAssocID="{76BB8BF0-7638-42BD-8E6F-B73927A9EB02}" presName="horz1" presStyleCnt="0"/>
      <dgm:spPr/>
    </dgm:pt>
    <dgm:pt modelId="{7A916706-4E88-4A37-88D5-E7CA63820114}" type="pres">
      <dgm:prSet presAssocID="{76BB8BF0-7638-42BD-8E6F-B73927A9EB02}" presName="tx1" presStyleLbl="revTx" presStyleIdx="1" presStyleCnt="7"/>
      <dgm:spPr/>
    </dgm:pt>
    <dgm:pt modelId="{62A98450-10E1-46CD-BA47-966F303E2C0D}" type="pres">
      <dgm:prSet presAssocID="{76BB8BF0-7638-42BD-8E6F-B73927A9EB02}" presName="vert1" presStyleCnt="0"/>
      <dgm:spPr/>
    </dgm:pt>
    <dgm:pt modelId="{43A7AD9F-F419-46D2-B13D-079CE72FBCD8}" type="pres">
      <dgm:prSet presAssocID="{D3E7F0BF-49A1-4518-89A9-30816F341182}" presName="thickLine" presStyleLbl="alignNode1" presStyleIdx="2" presStyleCnt="7"/>
      <dgm:spPr/>
    </dgm:pt>
    <dgm:pt modelId="{E36706FA-E4FE-4F96-86EC-94129F2A275F}" type="pres">
      <dgm:prSet presAssocID="{D3E7F0BF-49A1-4518-89A9-30816F341182}" presName="horz1" presStyleCnt="0"/>
      <dgm:spPr/>
    </dgm:pt>
    <dgm:pt modelId="{16335FDD-C06F-4393-AFEE-A935A88CFFB8}" type="pres">
      <dgm:prSet presAssocID="{D3E7F0BF-49A1-4518-89A9-30816F341182}" presName="tx1" presStyleLbl="revTx" presStyleIdx="2" presStyleCnt="7"/>
      <dgm:spPr/>
    </dgm:pt>
    <dgm:pt modelId="{3E52F8E8-1C18-48FD-A834-ADA29FB27D0C}" type="pres">
      <dgm:prSet presAssocID="{D3E7F0BF-49A1-4518-89A9-30816F341182}" presName="vert1" presStyleCnt="0"/>
      <dgm:spPr/>
    </dgm:pt>
    <dgm:pt modelId="{23CE7E00-AA6C-4998-9934-DF3C3D0CA3C6}" type="pres">
      <dgm:prSet presAssocID="{6055B4ED-C30F-4549-BFCB-091A6F66D3A8}" presName="thickLine" presStyleLbl="alignNode1" presStyleIdx="3" presStyleCnt="7"/>
      <dgm:spPr/>
    </dgm:pt>
    <dgm:pt modelId="{850AAAD0-E190-4BF2-B589-7C59A03BC30D}" type="pres">
      <dgm:prSet presAssocID="{6055B4ED-C30F-4549-BFCB-091A6F66D3A8}" presName="horz1" presStyleCnt="0"/>
      <dgm:spPr/>
    </dgm:pt>
    <dgm:pt modelId="{59E7AD3A-66B0-4479-9C4E-4B189125BE46}" type="pres">
      <dgm:prSet presAssocID="{6055B4ED-C30F-4549-BFCB-091A6F66D3A8}" presName="tx1" presStyleLbl="revTx" presStyleIdx="3" presStyleCnt="7"/>
      <dgm:spPr/>
    </dgm:pt>
    <dgm:pt modelId="{AAC224ED-F711-4327-AAAF-9F8FC74673D6}" type="pres">
      <dgm:prSet presAssocID="{6055B4ED-C30F-4549-BFCB-091A6F66D3A8}" presName="vert1" presStyleCnt="0"/>
      <dgm:spPr/>
    </dgm:pt>
    <dgm:pt modelId="{4FDC5E05-56EA-48A3-998F-34BC7C8FC984}" type="pres">
      <dgm:prSet presAssocID="{95395F12-487C-4745-B6B3-CA5A8B3E51C6}" presName="thickLine" presStyleLbl="alignNode1" presStyleIdx="4" presStyleCnt="7"/>
      <dgm:spPr/>
    </dgm:pt>
    <dgm:pt modelId="{251364D4-F722-46B7-B5CC-40C633BBEC7C}" type="pres">
      <dgm:prSet presAssocID="{95395F12-487C-4745-B6B3-CA5A8B3E51C6}" presName="horz1" presStyleCnt="0"/>
      <dgm:spPr/>
    </dgm:pt>
    <dgm:pt modelId="{09894015-B209-498D-83B1-1F536BC4049B}" type="pres">
      <dgm:prSet presAssocID="{95395F12-487C-4745-B6B3-CA5A8B3E51C6}" presName="tx1" presStyleLbl="revTx" presStyleIdx="4" presStyleCnt="7"/>
      <dgm:spPr/>
    </dgm:pt>
    <dgm:pt modelId="{974118EC-8336-4475-A2A6-93370949FA26}" type="pres">
      <dgm:prSet presAssocID="{95395F12-487C-4745-B6B3-CA5A8B3E51C6}" presName="vert1" presStyleCnt="0"/>
      <dgm:spPr/>
    </dgm:pt>
    <dgm:pt modelId="{F9BB2CA6-F60B-424F-81E3-9598470E0477}" type="pres">
      <dgm:prSet presAssocID="{FFC61F4A-B00B-46DA-8CBF-64A1879FB355}" presName="thickLine" presStyleLbl="alignNode1" presStyleIdx="5" presStyleCnt="7"/>
      <dgm:spPr/>
    </dgm:pt>
    <dgm:pt modelId="{7DD4CDC7-77DD-4D4E-8946-3F87A3721B6E}" type="pres">
      <dgm:prSet presAssocID="{FFC61F4A-B00B-46DA-8CBF-64A1879FB355}" presName="horz1" presStyleCnt="0"/>
      <dgm:spPr/>
    </dgm:pt>
    <dgm:pt modelId="{887A795A-1EC4-43DE-AA64-C7C80BFB1D14}" type="pres">
      <dgm:prSet presAssocID="{FFC61F4A-B00B-46DA-8CBF-64A1879FB355}" presName="tx1" presStyleLbl="revTx" presStyleIdx="5" presStyleCnt="7"/>
      <dgm:spPr/>
    </dgm:pt>
    <dgm:pt modelId="{76ABD80C-BA89-4FE0-ABA6-F89054AA017C}" type="pres">
      <dgm:prSet presAssocID="{FFC61F4A-B00B-46DA-8CBF-64A1879FB355}" presName="vert1" presStyleCnt="0"/>
      <dgm:spPr/>
    </dgm:pt>
    <dgm:pt modelId="{6E2DA852-A727-44E9-AE42-FFE3320390CB}" type="pres">
      <dgm:prSet presAssocID="{2899D4E3-3CAD-46B2-9581-CF9697022546}" presName="thickLine" presStyleLbl="alignNode1" presStyleIdx="6" presStyleCnt="7"/>
      <dgm:spPr/>
    </dgm:pt>
    <dgm:pt modelId="{7CA1CBF5-836E-4378-9E8A-012C25DCC774}" type="pres">
      <dgm:prSet presAssocID="{2899D4E3-3CAD-46B2-9581-CF9697022546}" presName="horz1" presStyleCnt="0"/>
      <dgm:spPr/>
    </dgm:pt>
    <dgm:pt modelId="{8A8AB5AE-2653-4C43-A369-0E2095D08EE7}" type="pres">
      <dgm:prSet presAssocID="{2899D4E3-3CAD-46B2-9581-CF9697022546}" presName="tx1" presStyleLbl="revTx" presStyleIdx="6" presStyleCnt="7"/>
      <dgm:spPr/>
    </dgm:pt>
    <dgm:pt modelId="{7631E14C-E645-4F5E-91E4-9374B47B7934}" type="pres">
      <dgm:prSet presAssocID="{2899D4E3-3CAD-46B2-9581-CF9697022546}" presName="vert1" presStyleCnt="0"/>
      <dgm:spPr/>
    </dgm:pt>
  </dgm:ptLst>
  <dgm:cxnLst>
    <dgm:cxn modelId="{1778C502-3601-4FAB-AA7C-A6AA1F9408B1}" type="presOf" srcId="{2899D4E3-3CAD-46B2-9581-CF9697022546}" destId="{8A8AB5AE-2653-4C43-A369-0E2095D08EE7}" srcOrd="0" destOrd="0" presId="urn:microsoft.com/office/officeart/2008/layout/LinedList"/>
    <dgm:cxn modelId="{AAA9063D-4ECA-414A-95E0-C3C0F1A473F2}" srcId="{96F7BEE8-29B2-4DF6-934B-666987DEB268}" destId="{D3E7F0BF-49A1-4518-89A9-30816F341182}" srcOrd="2" destOrd="0" parTransId="{C619D95B-AF87-444F-9FE9-9AB1C51BB99B}" sibTransId="{156D45E4-D58A-4CD1-829F-2DF6B3AB2980}"/>
    <dgm:cxn modelId="{3262E145-4C0F-4226-AD93-615E07B4B341}" srcId="{96F7BEE8-29B2-4DF6-934B-666987DEB268}" destId="{FFC61F4A-B00B-46DA-8CBF-64A1879FB355}" srcOrd="5" destOrd="0" parTransId="{496B552B-0655-44D7-AD3F-731D190F9F9D}" sibTransId="{97DA99C0-85EC-42BF-B91A-91A3DE9699AE}"/>
    <dgm:cxn modelId="{9D3F2F69-D7F0-42C1-9C9A-72E40963F852}" type="presOf" srcId="{D3E7F0BF-49A1-4518-89A9-30816F341182}" destId="{16335FDD-C06F-4393-AFEE-A935A88CFFB8}" srcOrd="0" destOrd="0" presId="urn:microsoft.com/office/officeart/2008/layout/LinedList"/>
    <dgm:cxn modelId="{8634E76F-58C7-4062-BF91-9F8BBA87A5AF}" type="presOf" srcId="{6055B4ED-C30F-4549-BFCB-091A6F66D3A8}" destId="{59E7AD3A-66B0-4479-9C4E-4B189125BE46}" srcOrd="0" destOrd="0" presId="urn:microsoft.com/office/officeart/2008/layout/LinedList"/>
    <dgm:cxn modelId="{6E23B07C-BCB2-4365-B80F-A278003CF300}" type="presOf" srcId="{95395F12-487C-4745-B6B3-CA5A8B3E51C6}" destId="{09894015-B209-498D-83B1-1F536BC4049B}" srcOrd="0" destOrd="0" presId="urn:microsoft.com/office/officeart/2008/layout/LinedList"/>
    <dgm:cxn modelId="{60194E8C-1CB1-4AFB-9BBC-B2ACD2774F3A}" srcId="{96F7BEE8-29B2-4DF6-934B-666987DEB268}" destId="{3B57B70E-9C4C-4E7E-9613-05021A177EB3}" srcOrd="0" destOrd="0" parTransId="{51EA5FDF-2601-4EF5-BAB1-71E06732EAB8}" sibTransId="{97D4128F-1D4A-4259-8947-82A6B4894ED2}"/>
    <dgm:cxn modelId="{9F74CD8D-92EF-45C6-94BB-0E15A6FF9867}" srcId="{96F7BEE8-29B2-4DF6-934B-666987DEB268}" destId="{6055B4ED-C30F-4549-BFCB-091A6F66D3A8}" srcOrd="3" destOrd="0" parTransId="{74656000-C26F-4DDF-B14E-DE92150B4669}" sibTransId="{BF483E69-9E7F-429B-B5D0-DC6E3BE1DC6D}"/>
    <dgm:cxn modelId="{7359968F-A209-4BB3-9BF9-C85E9354ED8E}" type="presOf" srcId="{3B57B70E-9C4C-4E7E-9613-05021A177EB3}" destId="{60647AB8-809A-4527-A551-BFA93F54B43C}" srcOrd="0" destOrd="0" presId="urn:microsoft.com/office/officeart/2008/layout/LinedList"/>
    <dgm:cxn modelId="{B5F826A2-237C-4FCE-9CD6-0B6661BDDBE5}" type="presOf" srcId="{FFC61F4A-B00B-46DA-8CBF-64A1879FB355}" destId="{887A795A-1EC4-43DE-AA64-C7C80BFB1D14}" srcOrd="0" destOrd="0" presId="urn:microsoft.com/office/officeart/2008/layout/LinedList"/>
    <dgm:cxn modelId="{DB504EA5-7C8B-4568-8EAC-895872285F58}" srcId="{96F7BEE8-29B2-4DF6-934B-666987DEB268}" destId="{76BB8BF0-7638-42BD-8E6F-B73927A9EB02}" srcOrd="1" destOrd="0" parTransId="{56EAC38C-111A-4DC9-BFC3-399A616CF0B1}" sibTransId="{D5B502D7-558D-487F-873F-F2ABCFAA7286}"/>
    <dgm:cxn modelId="{368117C4-AEC9-4D6F-89DA-4D965BDF9EBA}" type="presOf" srcId="{96F7BEE8-29B2-4DF6-934B-666987DEB268}" destId="{06F2FB9A-1016-4E0C-90AE-865E26014295}" srcOrd="0" destOrd="0" presId="urn:microsoft.com/office/officeart/2008/layout/LinedList"/>
    <dgm:cxn modelId="{BF6EAAC5-752E-4478-AE80-A7193A2AB2F9}" srcId="{96F7BEE8-29B2-4DF6-934B-666987DEB268}" destId="{2899D4E3-3CAD-46B2-9581-CF9697022546}" srcOrd="6" destOrd="0" parTransId="{1C5B1662-7FF4-467F-8E1B-CF309FB1C02C}" sibTransId="{782F20D0-6AA9-4151-A65F-DC7F7BCF9796}"/>
    <dgm:cxn modelId="{8E8461C8-8B39-46A9-BFB7-148F19B6F3A0}" type="presOf" srcId="{76BB8BF0-7638-42BD-8E6F-B73927A9EB02}" destId="{7A916706-4E88-4A37-88D5-E7CA63820114}" srcOrd="0" destOrd="0" presId="urn:microsoft.com/office/officeart/2008/layout/LinedList"/>
    <dgm:cxn modelId="{5A02A8FF-D2E4-4FE9-91FB-EF64EA4EEE3D}" srcId="{96F7BEE8-29B2-4DF6-934B-666987DEB268}" destId="{95395F12-487C-4745-B6B3-CA5A8B3E51C6}" srcOrd="4" destOrd="0" parTransId="{7C7AE26A-7348-41FB-8A30-710E1742AEDE}" sibTransId="{CA0A6F93-36C9-424F-8F13-1BF0B9B0522D}"/>
    <dgm:cxn modelId="{E1F1D50D-8F44-4F68-9966-725FFFAC1FC6}" type="presParOf" srcId="{06F2FB9A-1016-4E0C-90AE-865E26014295}" destId="{71310DF6-4577-408A-9592-87CBBF6D4B56}" srcOrd="0" destOrd="0" presId="urn:microsoft.com/office/officeart/2008/layout/LinedList"/>
    <dgm:cxn modelId="{53562C36-EAF3-4CFB-B981-2346EABAFFF0}" type="presParOf" srcId="{06F2FB9A-1016-4E0C-90AE-865E26014295}" destId="{09D5B78C-ED09-4EF4-BE55-B3B1DD8F5F4C}" srcOrd="1" destOrd="0" presId="urn:microsoft.com/office/officeart/2008/layout/LinedList"/>
    <dgm:cxn modelId="{671E204F-A890-445E-94B8-55B9231A0852}" type="presParOf" srcId="{09D5B78C-ED09-4EF4-BE55-B3B1DD8F5F4C}" destId="{60647AB8-809A-4527-A551-BFA93F54B43C}" srcOrd="0" destOrd="0" presId="urn:microsoft.com/office/officeart/2008/layout/LinedList"/>
    <dgm:cxn modelId="{6FED7DDD-83F9-4E2F-B954-B3CCD3859590}" type="presParOf" srcId="{09D5B78C-ED09-4EF4-BE55-B3B1DD8F5F4C}" destId="{2EE61294-CC84-4E63-9113-D345F38B5F27}" srcOrd="1" destOrd="0" presId="urn:microsoft.com/office/officeart/2008/layout/LinedList"/>
    <dgm:cxn modelId="{F8C07724-AA33-4B77-A922-698D5D5F9582}" type="presParOf" srcId="{06F2FB9A-1016-4E0C-90AE-865E26014295}" destId="{8D7B1858-1BE1-4D93-BEC6-98B0EA977B5E}" srcOrd="2" destOrd="0" presId="urn:microsoft.com/office/officeart/2008/layout/LinedList"/>
    <dgm:cxn modelId="{1A2AC29C-D054-4A0B-BDF3-BBFC25FC2484}" type="presParOf" srcId="{06F2FB9A-1016-4E0C-90AE-865E26014295}" destId="{2C73D26F-062A-43CC-BFA3-5219FC43FF28}" srcOrd="3" destOrd="0" presId="urn:microsoft.com/office/officeart/2008/layout/LinedList"/>
    <dgm:cxn modelId="{274C1AC8-869B-4012-952E-BE0F07AC278B}" type="presParOf" srcId="{2C73D26F-062A-43CC-BFA3-5219FC43FF28}" destId="{7A916706-4E88-4A37-88D5-E7CA63820114}" srcOrd="0" destOrd="0" presId="urn:microsoft.com/office/officeart/2008/layout/LinedList"/>
    <dgm:cxn modelId="{E743B495-AABB-43BE-AF23-21E01523F171}" type="presParOf" srcId="{2C73D26F-062A-43CC-BFA3-5219FC43FF28}" destId="{62A98450-10E1-46CD-BA47-966F303E2C0D}" srcOrd="1" destOrd="0" presId="urn:microsoft.com/office/officeart/2008/layout/LinedList"/>
    <dgm:cxn modelId="{6B0FC8B4-0FEA-45A5-AA04-8FEB0FB0A60E}" type="presParOf" srcId="{06F2FB9A-1016-4E0C-90AE-865E26014295}" destId="{43A7AD9F-F419-46D2-B13D-079CE72FBCD8}" srcOrd="4" destOrd="0" presId="urn:microsoft.com/office/officeart/2008/layout/LinedList"/>
    <dgm:cxn modelId="{EF581BB2-F579-467F-939C-AE3300F08041}" type="presParOf" srcId="{06F2FB9A-1016-4E0C-90AE-865E26014295}" destId="{E36706FA-E4FE-4F96-86EC-94129F2A275F}" srcOrd="5" destOrd="0" presId="urn:microsoft.com/office/officeart/2008/layout/LinedList"/>
    <dgm:cxn modelId="{7B99BE07-A5B0-415A-950E-B52D2399B7C7}" type="presParOf" srcId="{E36706FA-E4FE-4F96-86EC-94129F2A275F}" destId="{16335FDD-C06F-4393-AFEE-A935A88CFFB8}" srcOrd="0" destOrd="0" presId="urn:microsoft.com/office/officeart/2008/layout/LinedList"/>
    <dgm:cxn modelId="{8779EA6E-9BEC-435E-886F-EDE7BE8E957F}" type="presParOf" srcId="{E36706FA-E4FE-4F96-86EC-94129F2A275F}" destId="{3E52F8E8-1C18-48FD-A834-ADA29FB27D0C}" srcOrd="1" destOrd="0" presId="urn:microsoft.com/office/officeart/2008/layout/LinedList"/>
    <dgm:cxn modelId="{6BEF3EB3-1BA0-49CB-A252-7A157297AEE7}" type="presParOf" srcId="{06F2FB9A-1016-4E0C-90AE-865E26014295}" destId="{23CE7E00-AA6C-4998-9934-DF3C3D0CA3C6}" srcOrd="6" destOrd="0" presId="urn:microsoft.com/office/officeart/2008/layout/LinedList"/>
    <dgm:cxn modelId="{49AEB104-AB25-4B7B-9953-58463FB4C727}" type="presParOf" srcId="{06F2FB9A-1016-4E0C-90AE-865E26014295}" destId="{850AAAD0-E190-4BF2-B589-7C59A03BC30D}" srcOrd="7" destOrd="0" presId="urn:microsoft.com/office/officeart/2008/layout/LinedList"/>
    <dgm:cxn modelId="{28A3D0F4-D7D7-4626-86E5-B63D1E270954}" type="presParOf" srcId="{850AAAD0-E190-4BF2-B589-7C59A03BC30D}" destId="{59E7AD3A-66B0-4479-9C4E-4B189125BE46}" srcOrd="0" destOrd="0" presId="urn:microsoft.com/office/officeart/2008/layout/LinedList"/>
    <dgm:cxn modelId="{B9CE0291-EA4A-4F06-A82B-2DA74A07C3BC}" type="presParOf" srcId="{850AAAD0-E190-4BF2-B589-7C59A03BC30D}" destId="{AAC224ED-F711-4327-AAAF-9F8FC74673D6}" srcOrd="1" destOrd="0" presId="urn:microsoft.com/office/officeart/2008/layout/LinedList"/>
    <dgm:cxn modelId="{BA164FEB-4CF9-4684-9742-FA5B3A150D48}" type="presParOf" srcId="{06F2FB9A-1016-4E0C-90AE-865E26014295}" destId="{4FDC5E05-56EA-48A3-998F-34BC7C8FC984}" srcOrd="8" destOrd="0" presId="urn:microsoft.com/office/officeart/2008/layout/LinedList"/>
    <dgm:cxn modelId="{FBB302AB-04F6-4A4B-BA37-D9854BE412DE}" type="presParOf" srcId="{06F2FB9A-1016-4E0C-90AE-865E26014295}" destId="{251364D4-F722-46B7-B5CC-40C633BBEC7C}" srcOrd="9" destOrd="0" presId="urn:microsoft.com/office/officeart/2008/layout/LinedList"/>
    <dgm:cxn modelId="{5AF38EA5-F71D-4978-95AC-DE6D39751325}" type="presParOf" srcId="{251364D4-F722-46B7-B5CC-40C633BBEC7C}" destId="{09894015-B209-498D-83B1-1F536BC4049B}" srcOrd="0" destOrd="0" presId="urn:microsoft.com/office/officeart/2008/layout/LinedList"/>
    <dgm:cxn modelId="{D7F24749-E8C2-4E43-9133-DD596D6749B4}" type="presParOf" srcId="{251364D4-F722-46B7-B5CC-40C633BBEC7C}" destId="{974118EC-8336-4475-A2A6-93370949FA26}" srcOrd="1" destOrd="0" presId="urn:microsoft.com/office/officeart/2008/layout/LinedList"/>
    <dgm:cxn modelId="{4BD5B195-F566-44C6-BC65-8DFB88AF70D7}" type="presParOf" srcId="{06F2FB9A-1016-4E0C-90AE-865E26014295}" destId="{F9BB2CA6-F60B-424F-81E3-9598470E0477}" srcOrd="10" destOrd="0" presId="urn:microsoft.com/office/officeart/2008/layout/LinedList"/>
    <dgm:cxn modelId="{9352AA2B-7F4D-4FF4-9BCA-13A7667663DE}" type="presParOf" srcId="{06F2FB9A-1016-4E0C-90AE-865E26014295}" destId="{7DD4CDC7-77DD-4D4E-8946-3F87A3721B6E}" srcOrd="11" destOrd="0" presId="urn:microsoft.com/office/officeart/2008/layout/LinedList"/>
    <dgm:cxn modelId="{87C87B94-AB27-4D67-8C85-F5ECF2FB51E6}" type="presParOf" srcId="{7DD4CDC7-77DD-4D4E-8946-3F87A3721B6E}" destId="{887A795A-1EC4-43DE-AA64-C7C80BFB1D14}" srcOrd="0" destOrd="0" presId="urn:microsoft.com/office/officeart/2008/layout/LinedList"/>
    <dgm:cxn modelId="{BE0B16F1-68E8-457D-9B8F-06CF07D4347C}" type="presParOf" srcId="{7DD4CDC7-77DD-4D4E-8946-3F87A3721B6E}" destId="{76ABD80C-BA89-4FE0-ABA6-F89054AA017C}" srcOrd="1" destOrd="0" presId="urn:microsoft.com/office/officeart/2008/layout/LinedList"/>
    <dgm:cxn modelId="{22B21FAB-3190-4A8E-B80A-D31473CBF1B3}" type="presParOf" srcId="{06F2FB9A-1016-4E0C-90AE-865E26014295}" destId="{6E2DA852-A727-44E9-AE42-FFE3320390CB}" srcOrd="12" destOrd="0" presId="urn:microsoft.com/office/officeart/2008/layout/LinedList"/>
    <dgm:cxn modelId="{F57A484D-7935-4132-8876-458E1FADED6D}" type="presParOf" srcId="{06F2FB9A-1016-4E0C-90AE-865E26014295}" destId="{7CA1CBF5-836E-4378-9E8A-012C25DCC774}" srcOrd="13" destOrd="0" presId="urn:microsoft.com/office/officeart/2008/layout/LinedList"/>
    <dgm:cxn modelId="{82E185C5-5919-41C6-B1D1-198C55F221DC}" type="presParOf" srcId="{7CA1CBF5-836E-4378-9E8A-012C25DCC774}" destId="{8A8AB5AE-2653-4C43-A369-0E2095D08EE7}" srcOrd="0" destOrd="0" presId="urn:microsoft.com/office/officeart/2008/layout/LinedList"/>
    <dgm:cxn modelId="{FA7B1A63-3774-4C92-B581-690E199700AF}" type="presParOf" srcId="{7CA1CBF5-836E-4378-9E8A-012C25DCC774}" destId="{7631E14C-E645-4F5E-91E4-9374B47B79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6F7BEE8-29B2-4DF6-934B-666987DEB268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57B70E-9C4C-4E7E-9613-05021A177EB3}">
      <dgm:prSet/>
      <dgm:spPr/>
      <dgm:t>
        <a:bodyPr/>
        <a:lstStyle/>
        <a:p>
          <a:r>
            <a:rPr lang="es-ES" b="0" dirty="0"/>
            <a:t>Análisis de necesidad</a:t>
          </a:r>
          <a:endParaRPr lang="en-US" b="0" dirty="0"/>
        </a:p>
      </dgm:t>
    </dgm:pt>
    <dgm:pt modelId="{51EA5FDF-2601-4EF5-BAB1-71E06732EAB8}" type="parTrans" cxnId="{60194E8C-1CB1-4AFB-9BBC-B2ACD2774F3A}">
      <dgm:prSet/>
      <dgm:spPr/>
      <dgm:t>
        <a:bodyPr/>
        <a:lstStyle/>
        <a:p>
          <a:endParaRPr lang="en-US"/>
        </a:p>
      </dgm:t>
    </dgm:pt>
    <dgm:pt modelId="{97D4128F-1D4A-4259-8947-82A6B4894ED2}" type="sibTrans" cxnId="{60194E8C-1CB1-4AFB-9BBC-B2ACD2774F3A}">
      <dgm:prSet/>
      <dgm:spPr/>
      <dgm:t>
        <a:bodyPr/>
        <a:lstStyle/>
        <a:p>
          <a:endParaRPr lang="en-US"/>
        </a:p>
      </dgm:t>
    </dgm:pt>
    <dgm:pt modelId="{76BB8BF0-7638-42BD-8E6F-B73927A9EB02}">
      <dgm:prSet/>
      <dgm:spPr/>
      <dgm:t>
        <a:bodyPr/>
        <a:lstStyle/>
        <a:p>
          <a:r>
            <a:rPr lang="es-ES" b="0" dirty="0"/>
            <a:t>Investigación inicial</a:t>
          </a:r>
          <a:endParaRPr lang="en-US" b="0" dirty="0"/>
        </a:p>
      </dgm:t>
    </dgm:pt>
    <dgm:pt modelId="{56EAC38C-111A-4DC9-BFC3-399A616CF0B1}" type="parTrans" cxnId="{DB504EA5-7C8B-4568-8EAC-895872285F58}">
      <dgm:prSet/>
      <dgm:spPr/>
      <dgm:t>
        <a:bodyPr/>
        <a:lstStyle/>
        <a:p>
          <a:endParaRPr lang="en-US"/>
        </a:p>
      </dgm:t>
    </dgm:pt>
    <dgm:pt modelId="{D5B502D7-558D-487F-873F-F2ABCFAA7286}" type="sibTrans" cxnId="{DB504EA5-7C8B-4568-8EAC-895872285F58}">
      <dgm:prSet/>
      <dgm:spPr/>
      <dgm:t>
        <a:bodyPr/>
        <a:lstStyle/>
        <a:p>
          <a:endParaRPr lang="en-US"/>
        </a:p>
      </dgm:t>
    </dgm:pt>
    <dgm:pt modelId="{D3E7F0BF-49A1-4518-89A9-30816F341182}">
      <dgm:prSet/>
      <dgm:spPr/>
      <dgm:t>
        <a:bodyPr/>
        <a:lstStyle/>
        <a:p>
          <a:r>
            <a:rPr lang="es-ES" b="0" dirty="0"/>
            <a:t>Estudio de alternativas</a:t>
          </a:r>
          <a:endParaRPr lang="en-US" b="0" dirty="0"/>
        </a:p>
      </dgm:t>
    </dgm:pt>
    <dgm:pt modelId="{C619D95B-AF87-444F-9FE9-9AB1C51BB99B}" type="parTrans" cxnId="{AAA9063D-4ECA-414A-95E0-C3C0F1A473F2}">
      <dgm:prSet/>
      <dgm:spPr/>
      <dgm:t>
        <a:bodyPr/>
        <a:lstStyle/>
        <a:p>
          <a:endParaRPr lang="en-US"/>
        </a:p>
      </dgm:t>
    </dgm:pt>
    <dgm:pt modelId="{156D45E4-D58A-4CD1-829F-2DF6B3AB2980}" type="sibTrans" cxnId="{AAA9063D-4ECA-414A-95E0-C3C0F1A473F2}">
      <dgm:prSet/>
      <dgm:spPr/>
      <dgm:t>
        <a:bodyPr/>
        <a:lstStyle/>
        <a:p>
          <a:endParaRPr lang="en-US"/>
        </a:p>
      </dgm:t>
    </dgm:pt>
    <dgm:pt modelId="{6055B4ED-C30F-4549-BFCB-091A6F66D3A8}">
      <dgm:prSet/>
      <dgm:spPr/>
      <dgm:t>
        <a:bodyPr/>
        <a:lstStyle/>
        <a:p>
          <a:r>
            <a:rPr lang="es-ES" b="0" dirty="0"/>
            <a:t>Diseño e implementación</a:t>
          </a:r>
          <a:endParaRPr lang="en-US" b="0" dirty="0"/>
        </a:p>
      </dgm:t>
    </dgm:pt>
    <dgm:pt modelId="{74656000-C26F-4DDF-B14E-DE92150B4669}" type="parTrans" cxnId="{9F74CD8D-92EF-45C6-94BB-0E15A6FF9867}">
      <dgm:prSet/>
      <dgm:spPr/>
      <dgm:t>
        <a:bodyPr/>
        <a:lstStyle/>
        <a:p>
          <a:endParaRPr lang="en-US"/>
        </a:p>
      </dgm:t>
    </dgm:pt>
    <dgm:pt modelId="{BF483E69-9E7F-429B-B5D0-DC6E3BE1DC6D}" type="sibTrans" cxnId="{9F74CD8D-92EF-45C6-94BB-0E15A6FF9867}">
      <dgm:prSet/>
      <dgm:spPr/>
      <dgm:t>
        <a:bodyPr/>
        <a:lstStyle/>
        <a:p>
          <a:endParaRPr lang="en-US"/>
        </a:p>
      </dgm:t>
    </dgm:pt>
    <dgm:pt modelId="{95395F12-487C-4745-B6B3-CA5A8B3E51C6}">
      <dgm:prSet/>
      <dgm:spPr/>
      <dgm:t>
        <a:bodyPr/>
        <a:lstStyle/>
        <a:p>
          <a:r>
            <a:rPr lang="es-ES" b="0" dirty="0"/>
            <a:t>Ejecución de pruebas</a:t>
          </a:r>
          <a:endParaRPr lang="en-US" b="0" dirty="0"/>
        </a:p>
      </dgm:t>
    </dgm:pt>
    <dgm:pt modelId="{7C7AE26A-7348-41FB-8A30-710E1742AEDE}" type="parTrans" cxnId="{5A02A8FF-D2E4-4FE9-91FB-EF64EA4EEE3D}">
      <dgm:prSet/>
      <dgm:spPr/>
      <dgm:t>
        <a:bodyPr/>
        <a:lstStyle/>
        <a:p>
          <a:endParaRPr lang="en-US"/>
        </a:p>
      </dgm:t>
    </dgm:pt>
    <dgm:pt modelId="{CA0A6F93-36C9-424F-8F13-1BF0B9B0522D}" type="sibTrans" cxnId="{5A02A8FF-D2E4-4FE9-91FB-EF64EA4EEE3D}">
      <dgm:prSet/>
      <dgm:spPr/>
      <dgm:t>
        <a:bodyPr/>
        <a:lstStyle/>
        <a:p>
          <a:endParaRPr lang="en-US"/>
        </a:p>
      </dgm:t>
    </dgm:pt>
    <dgm:pt modelId="{FFC61F4A-B00B-46DA-8CBF-64A1879FB355}">
      <dgm:prSet/>
      <dgm:spPr/>
      <dgm:t>
        <a:bodyPr/>
        <a:lstStyle/>
        <a:p>
          <a:r>
            <a:rPr lang="es-ES" b="1" dirty="0"/>
            <a:t>Reducción de detectabilidad</a:t>
          </a:r>
          <a:endParaRPr lang="en-US" b="1" dirty="0"/>
        </a:p>
      </dgm:t>
    </dgm:pt>
    <dgm:pt modelId="{496B552B-0655-44D7-AD3F-731D190F9F9D}" type="parTrans" cxnId="{3262E145-4C0F-4226-AD93-615E07B4B341}">
      <dgm:prSet/>
      <dgm:spPr/>
      <dgm:t>
        <a:bodyPr/>
        <a:lstStyle/>
        <a:p>
          <a:endParaRPr lang="en-US"/>
        </a:p>
      </dgm:t>
    </dgm:pt>
    <dgm:pt modelId="{97DA99C0-85EC-42BF-B91A-91A3DE9699AE}" type="sibTrans" cxnId="{3262E145-4C0F-4226-AD93-615E07B4B341}">
      <dgm:prSet/>
      <dgm:spPr/>
      <dgm:t>
        <a:bodyPr/>
        <a:lstStyle/>
        <a:p>
          <a:endParaRPr lang="en-US"/>
        </a:p>
      </dgm:t>
    </dgm:pt>
    <dgm:pt modelId="{2899D4E3-3CAD-46B2-9581-CF9697022546}">
      <dgm:prSet/>
      <dgm:spPr/>
      <dgm:t>
        <a:bodyPr/>
        <a:lstStyle/>
        <a:p>
          <a:r>
            <a:rPr lang="es-ES" dirty="0"/>
            <a:t>Conclusiones y Ampliaciones</a:t>
          </a:r>
          <a:endParaRPr lang="en-US" dirty="0"/>
        </a:p>
      </dgm:t>
    </dgm:pt>
    <dgm:pt modelId="{1C5B1662-7FF4-467F-8E1B-CF309FB1C02C}" type="parTrans" cxnId="{BF6EAAC5-752E-4478-AE80-A7193A2AB2F9}">
      <dgm:prSet/>
      <dgm:spPr/>
      <dgm:t>
        <a:bodyPr/>
        <a:lstStyle/>
        <a:p>
          <a:endParaRPr lang="en-US"/>
        </a:p>
      </dgm:t>
    </dgm:pt>
    <dgm:pt modelId="{782F20D0-6AA9-4151-A65F-DC7F7BCF9796}" type="sibTrans" cxnId="{BF6EAAC5-752E-4478-AE80-A7193A2AB2F9}">
      <dgm:prSet/>
      <dgm:spPr/>
      <dgm:t>
        <a:bodyPr/>
        <a:lstStyle/>
        <a:p>
          <a:endParaRPr lang="en-US"/>
        </a:p>
      </dgm:t>
    </dgm:pt>
    <dgm:pt modelId="{06F2FB9A-1016-4E0C-90AE-865E26014295}" type="pres">
      <dgm:prSet presAssocID="{96F7BEE8-29B2-4DF6-934B-666987DEB268}" presName="vert0" presStyleCnt="0">
        <dgm:presLayoutVars>
          <dgm:dir/>
          <dgm:animOne val="branch"/>
          <dgm:animLvl val="lvl"/>
        </dgm:presLayoutVars>
      </dgm:prSet>
      <dgm:spPr/>
    </dgm:pt>
    <dgm:pt modelId="{71310DF6-4577-408A-9592-87CBBF6D4B56}" type="pres">
      <dgm:prSet presAssocID="{3B57B70E-9C4C-4E7E-9613-05021A177EB3}" presName="thickLine" presStyleLbl="alignNode1" presStyleIdx="0" presStyleCnt="7"/>
      <dgm:spPr/>
    </dgm:pt>
    <dgm:pt modelId="{09D5B78C-ED09-4EF4-BE55-B3B1DD8F5F4C}" type="pres">
      <dgm:prSet presAssocID="{3B57B70E-9C4C-4E7E-9613-05021A177EB3}" presName="horz1" presStyleCnt="0"/>
      <dgm:spPr/>
    </dgm:pt>
    <dgm:pt modelId="{60647AB8-809A-4527-A551-BFA93F54B43C}" type="pres">
      <dgm:prSet presAssocID="{3B57B70E-9C4C-4E7E-9613-05021A177EB3}" presName="tx1" presStyleLbl="revTx" presStyleIdx="0" presStyleCnt="7"/>
      <dgm:spPr/>
    </dgm:pt>
    <dgm:pt modelId="{2EE61294-CC84-4E63-9113-D345F38B5F27}" type="pres">
      <dgm:prSet presAssocID="{3B57B70E-9C4C-4E7E-9613-05021A177EB3}" presName="vert1" presStyleCnt="0"/>
      <dgm:spPr/>
    </dgm:pt>
    <dgm:pt modelId="{8D7B1858-1BE1-4D93-BEC6-98B0EA977B5E}" type="pres">
      <dgm:prSet presAssocID="{76BB8BF0-7638-42BD-8E6F-B73927A9EB02}" presName="thickLine" presStyleLbl="alignNode1" presStyleIdx="1" presStyleCnt="7"/>
      <dgm:spPr/>
    </dgm:pt>
    <dgm:pt modelId="{2C73D26F-062A-43CC-BFA3-5219FC43FF28}" type="pres">
      <dgm:prSet presAssocID="{76BB8BF0-7638-42BD-8E6F-B73927A9EB02}" presName="horz1" presStyleCnt="0"/>
      <dgm:spPr/>
    </dgm:pt>
    <dgm:pt modelId="{7A916706-4E88-4A37-88D5-E7CA63820114}" type="pres">
      <dgm:prSet presAssocID="{76BB8BF0-7638-42BD-8E6F-B73927A9EB02}" presName="tx1" presStyleLbl="revTx" presStyleIdx="1" presStyleCnt="7"/>
      <dgm:spPr/>
    </dgm:pt>
    <dgm:pt modelId="{62A98450-10E1-46CD-BA47-966F303E2C0D}" type="pres">
      <dgm:prSet presAssocID="{76BB8BF0-7638-42BD-8E6F-B73927A9EB02}" presName="vert1" presStyleCnt="0"/>
      <dgm:spPr/>
    </dgm:pt>
    <dgm:pt modelId="{43A7AD9F-F419-46D2-B13D-079CE72FBCD8}" type="pres">
      <dgm:prSet presAssocID="{D3E7F0BF-49A1-4518-89A9-30816F341182}" presName="thickLine" presStyleLbl="alignNode1" presStyleIdx="2" presStyleCnt="7"/>
      <dgm:spPr/>
    </dgm:pt>
    <dgm:pt modelId="{E36706FA-E4FE-4F96-86EC-94129F2A275F}" type="pres">
      <dgm:prSet presAssocID="{D3E7F0BF-49A1-4518-89A9-30816F341182}" presName="horz1" presStyleCnt="0"/>
      <dgm:spPr/>
    </dgm:pt>
    <dgm:pt modelId="{16335FDD-C06F-4393-AFEE-A935A88CFFB8}" type="pres">
      <dgm:prSet presAssocID="{D3E7F0BF-49A1-4518-89A9-30816F341182}" presName="tx1" presStyleLbl="revTx" presStyleIdx="2" presStyleCnt="7"/>
      <dgm:spPr/>
    </dgm:pt>
    <dgm:pt modelId="{3E52F8E8-1C18-48FD-A834-ADA29FB27D0C}" type="pres">
      <dgm:prSet presAssocID="{D3E7F0BF-49A1-4518-89A9-30816F341182}" presName="vert1" presStyleCnt="0"/>
      <dgm:spPr/>
    </dgm:pt>
    <dgm:pt modelId="{23CE7E00-AA6C-4998-9934-DF3C3D0CA3C6}" type="pres">
      <dgm:prSet presAssocID="{6055B4ED-C30F-4549-BFCB-091A6F66D3A8}" presName="thickLine" presStyleLbl="alignNode1" presStyleIdx="3" presStyleCnt="7"/>
      <dgm:spPr/>
    </dgm:pt>
    <dgm:pt modelId="{850AAAD0-E190-4BF2-B589-7C59A03BC30D}" type="pres">
      <dgm:prSet presAssocID="{6055B4ED-C30F-4549-BFCB-091A6F66D3A8}" presName="horz1" presStyleCnt="0"/>
      <dgm:spPr/>
    </dgm:pt>
    <dgm:pt modelId="{59E7AD3A-66B0-4479-9C4E-4B189125BE46}" type="pres">
      <dgm:prSet presAssocID="{6055B4ED-C30F-4549-BFCB-091A6F66D3A8}" presName="tx1" presStyleLbl="revTx" presStyleIdx="3" presStyleCnt="7"/>
      <dgm:spPr/>
    </dgm:pt>
    <dgm:pt modelId="{AAC224ED-F711-4327-AAAF-9F8FC74673D6}" type="pres">
      <dgm:prSet presAssocID="{6055B4ED-C30F-4549-BFCB-091A6F66D3A8}" presName="vert1" presStyleCnt="0"/>
      <dgm:spPr/>
    </dgm:pt>
    <dgm:pt modelId="{4FDC5E05-56EA-48A3-998F-34BC7C8FC984}" type="pres">
      <dgm:prSet presAssocID="{95395F12-487C-4745-B6B3-CA5A8B3E51C6}" presName="thickLine" presStyleLbl="alignNode1" presStyleIdx="4" presStyleCnt="7"/>
      <dgm:spPr/>
    </dgm:pt>
    <dgm:pt modelId="{251364D4-F722-46B7-B5CC-40C633BBEC7C}" type="pres">
      <dgm:prSet presAssocID="{95395F12-487C-4745-B6B3-CA5A8B3E51C6}" presName="horz1" presStyleCnt="0"/>
      <dgm:spPr/>
    </dgm:pt>
    <dgm:pt modelId="{09894015-B209-498D-83B1-1F536BC4049B}" type="pres">
      <dgm:prSet presAssocID="{95395F12-487C-4745-B6B3-CA5A8B3E51C6}" presName="tx1" presStyleLbl="revTx" presStyleIdx="4" presStyleCnt="7"/>
      <dgm:spPr/>
    </dgm:pt>
    <dgm:pt modelId="{974118EC-8336-4475-A2A6-93370949FA26}" type="pres">
      <dgm:prSet presAssocID="{95395F12-487C-4745-B6B3-CA5A8B3E51C6}" presName="vert1" presStyleCnt="0"/>
      <dgm:spPr/>
    </dgm:pt>
    <dgm:pt modelId="{F9BB2CA6-F60B-424F-81E3-9598470E0477}" type="pres">
      <dgm:prSet presAssocID="{FFC61F4A-B00B-46DA-8CBF-64A1879FB355}" presName="thickLine" presStyleLbl="alignNode1" presStyleIdx="5" presStyleCnt="7"/>
      <dgm:spPr/>
    </dgm:pt>
    <dgm:pt modelId="{7DD4CDC7-77DD-4D4E-8946-3F87A3721B6E}" type="pres">
      <dgm:prSet presAssocID="{FFC61F4A-B00B-46DA-8CBF-64A1879FB355}" presName="horz1" presStyleCnt="0"/>
      <dgm:spPr/>
    </dgm:pt>
    <dgm:pt modelId="{887A795A-1EC4-43DE-AA64-C7C80BFB1D14}" type="pres">
      <dgm:prSet presAssocID="{FFC61F4A-B00B-46DA-8CBF-64A1879FB355}" presName="tx1" presStyleLbl="revTx" presStyleIdx="5" presStyleCnt="7"/>
      <dgm:spPr/>
    </dgm:pt>
    <dgm:pt modelId="{76ABD80C-BA89-4FE0-ABA6-F89054AA017C}" type="pres">
      <dgm:prSet presAssocID="{FFC61F4A-B00B-46DA-8CBF-64A1879FB355}" presName="vert1" presStyleCnt="0"/>
      <dgm:spPr/>
    </dgm:pt>
    <dgm:pt modelId="{6E2DA852-A727-44E9-AE42-FFE3320390CB}" type="pres">
      <dgm:prSet presAssocID="{2899D4E3-3CAD-46B2-9581-CF9697022546}" presName="thickLine" presStyleLbl="alignNode1" presStyleIdx="6" presStyleCnt="7"/>
      <dgm:spPr/>
    </dgm:pt>
    <dgm:pt modelId="{7CA1CBF5-836E-4378-9E8A-012C25DCC774}" type="pres">
      <dgm:prSet presAssocID="{2899D4E3-3CAD-46B2-9581-CF9697022546}" presName="horz1" presStyleCnt="0"/>
      <dgm:spPr/>
    </dgm:pt>
    <dgm:pt modelId="{8A8AB5AE-2653-4C43-A369-0E2095D08EE7}" type="pres">
      <dgm:prSet presAssocID="{2899D4E3-3CAD-46B2-9581-CF9697022546}" presName="tx1" presStyleLbl="revTx" presStyleIdx="6" presStyleCnt="7"/>
      <dgm:spPr/>
    </dgm:pt>
    <dgm:pt modelId="{7631E14C-E645-4F5E-91E4-9374B47B7934}" type="pres">
      <dgm:prSet presAssocID="{2899D4E3-3CAD-46B2-9581-CF9697022546}" presName="vert1" presStyleCnt="0"/>
      <dgm:spPr/>
    </dgm:pt>
  </dgm:ptLst>
  <dgm:cxnLst>
    <dgm:cxn modelId="{1778C502-3601-4FAB-AA7C-A6AA1F9408B1}" type="presOf" srcId="{2899D4E3-3CAD-46B2-9581-CF9697022546}" destId="{8A8AB5AE-2653-4C43-A369-0E2095D08EE7}" srcOrd="0" destOrd="0" presId="urn:microsoft.com/office/officeart/2008/layout/LinedList"/>
    <dgm:cxn modelId="{AAA9063D-4ECA-414A-95E0-C3C0F1A473F2}" srcId="{96F7BEE8-29B2-4DF6-934B-666987DEB268}" destId="{D3E7F0BF-49A1-4518-89A9-30816F341182}" srcOrd="2" destOrd="0" parTransId="{C619D95B-AF87-444F-9FE9-9AB1C51BB99B}" sibTransId="{156D45E4-D58A-4CD1-829F-2DF6B3AB2980}"/>
    <dgm:cxn modelId="{3262E145-4C0F-4226-AD93-615E07B4B341}" srcId="{96F7BEE8-29B2-4DF6-934B-666987DEB268}" destId="{FFC61F4A-B00B-46DA-8CBF-64A1879FB355}" srcOrd="5" destOrd="0" parTransId="{496B552B-0655-44D7-AD3F-731D190F9F9D}" sibTransId="{97DA99C0-85EC-42BF-B91A-91A3DE9699AE}"/>
    <dgm:cxn modelId="{9D3F2F69-D7F0-42C1-9C9A-72E40963F852}" type="presOf" srcId="{D3E7F0BF-49A1-4518-89A9-30816F341182}" destId="{16335FDD-C06F-4393-AFEE-A935A88CFFB8}" srcOrd="0" destOrd="0" presId="urn:microsoft.com/office/officeart/2008/layout/LinedList"/>
    <dgm:cxn modelId="{8634E76F-58C7-4062-BF91-9F8BBA87A5AF}" type="presOf" srcId="{6055B4ED-C30F-4549-BFCB-091A6F66D3A8}" destId="{59E7AD3A-66B0-4479-9C4E-4B189125BE46}" srcOrd="0" destOrd="0" presId="urn:microsoft.com/office/officeart/2008/layout/LinedList"/>
    <dgm:cxn modelId="{6E23B07C-BCB2-4365-B80F-A278003CF300}" type="presOf" srcId="{95395F12-487C-4745-B6B3-CA5A8B3E51C6}" destId="{09894015-B209-498D-83B1-1F536BC4049B}" srcOrd="0" destOrd="0" presId="urn:microsoft.com/office/officeart/2008/layout/LinedList"/>
    <dgm:cxn modelId="{60194E8C-1CB1-4AFB-9BBC-B2ACD2774F3A}" srcId="{96F7BEE8-29B2-4DF6-934B-666987DEB268}" destId="{3B57B70E-9C4C-4E7E-9613-05021A177EB3}" srcOrd="0" destOrd="0" parTransId="{51EA5FDF-2601-4EF5-BAB1-71E06732EAB8}" sibTransId="{97D4128F-1D4A-4259-8947-82A6B4894ED2}"/>
    <dgm:cxn modelId="{9F74CD8D-92EF-45C6-94BB-0E15A6FF9867}" srcId="{96F7BEE8-29B2-4DF6-934B-666987DEB268}" destId="{6055B4ED-C30F-4549-BFCB-091A6F66D3A8}" srcOrd="3" destOrd="0" parTransId="{74656000-C26F-4DDF-B14E-DE92150B4669}" sibTransId="{BF483E69-9E7F-429B-B5D0-DC6E3BE1DC6D}"/>
    <dgm:cxn modelId="{7359968F-A209-4BB3-9BF9-C85E9354ED8E}" type="presOf" srcId="{3B57B70E-9C4C-4E7E-9613-05021A177EB3}" destId="{60647AB8-809A-4527-A551-BFA93F54B43C}" srcOrd="0" destOrd="0" presId="urn:microsoft.com/office/officeart/2008/layout/LinedList"/>
    <dgm:cxn modelId="{B5F826A2-237C-4FCE-9CD6-0B6661BDDBE5}" type="presOf" srcId="{FFC61F4A-B00B-46DA-8CBF-64A1879FB355}" destId="{887A795A-1EC4-43DE-AA64-C7C80BFB1D14}" srcOrd="0" destOrd="0" presId="urn:microsoft.com/office/officeart/2008/layout/LinedList"/>
    <dgm:cxn modelId="{DB504EA5-7C8B-4568-8EAC-895872285F58}" srcId="{96F7BEE8-29B2-4DF6-934B-666987DEB268}" destId="{76BB8BF0-7638-42BD-8E6F-B73927A9EB02}" srcOrd="1" destOrd="0" parTransId="{56EAC38C-111A-4DC9-BFC3-399A616CF0B1}" sibTransId="{D5B502D7-558D-487F-873F-F2ABCFAA7286}"/>
    <dgm:cxn modelId="{368117C4-AEC9-4D6F-89DA-4D965BDF9EBA}" type="presOf" srcId="{96F7BEE8-29B2-4DF6-934B-666987DEB268}" destId="{06F2FB9A-1016-4E0C-90AE-865E26014295}" srcOrd="0" destOrd="0" presId="urn:microsoft.com/office/officeart/2008/layout/LinedList"/>
    <dgm:cxn modelId="{BF6EAAC5-752E-4478-AE80-A7193A2AB2F9}" srcId="{96F7BEE8-29B2-4DF6-934B-666987DEB268}" destId="{2899D4E3-3CAD-46B2-9581-CF9697022546}" srcOrd="6" destOrd="0" parTransId="{1C5B1662-7FF4-467F-8E1B-CF309FB1C02C}" sibTransId="{782F20D0-6AA9-4151-A65F-DC7F7BCF9796}"/>
    <dgm:cxn modelId="{8E8461C8-8B39-46A9-BFB7-148F19B6F3A0}" type="presOf" srcId="{76BB8BF0-7638-42BD-8E6F-B73927A9EB02}" destId="{7A916706-4E88-4A37-88D5-E7CA63820114}" srcOrd="0" destOrd="0" presId="urn:microsoft.com/office/officeart/2008/layout/LinedList"/>
    <dgm:cxn modelId="{5A02A8FF-D2E4-4FE9-91FB-EF64EA4EEE3D}" srcId="{96F7BEE8-29B2-4DF6-934B-666987DEB268}" destId="{95395F12-487C-4745-B6B3-CA5A8B3E51C6}" srcOrd="4" destOrd="0" parTransId="{7C7AE26A-7348-41FB-8A30-710E1742AEDE}" sibTransId="{CA0A6F93-36C9-424F-8F13-1BF0B9B0522D}"/>
    <dgm:cxn modelId="{E1F1D50D-8F44-4F68-9966-725FFFAC1FC6}" type="presParOf" srcId="{06F2FB9A-1016-4E0C-90AE-865E26014295}" destId="{71310DF6-4577-408A-9592-87CBBF6D4B56}" srcOrd="0" destOrd="0" presId="urn:microsoft.com/office/officeart/2008/layout/LinedList"/>
    <dgm:cxn modelId="{53562C36-EAF3-4CFB-B981-2346EABAFFF0}" type="presParOf" srcId="{06F2FB9A-1016-4E0C-90AE-865E26014295}" destId="{09D5B78C-ED09-4EF4-BE55-B3B1DD8F5F4C}" srcOrd="1" destOrd="0" presId="urn:microsoft.com/office/officeart/2008/layout/LinedList"/>
    <dgm:cxn modelId="{671E204F-A890-445E-94B8-55B9231A0852}" type="presParOf" srcId="{09D5B78C-ED09-4EF4-BE55-B3B1DD8F5F4C}" destId="{60647AB8-809A-4527-A551-BFA93F54B43C}" srcOrd="0" destOrd="0" presId="urn:microsoft.com/office/officeart/2008/layout/LinedList"/>
    <dgm:cxn modelId="{6FED7DDD-83F9-4E2F-B954-B3CCD3859590}" type="presParOf" srcId="{09D5B78C-ED09-4EF4-BE55-B3B1DD8F5F4C}" destId="{2EE61294-CC84-4E63-9113-D345F38B5F27}" srcOrd="1" destOrd="0" presId="urn:microsoft.com/office/officeart/2008/layout/LinedList"/>
    <dgm:cxn modelId="{F8C07724-AA33-4B77-A922-698D5D5F9582}" type="presParOf" srcId="{06F2FB9A-1016-4E0C-90AE-865E26014295}" destId="{8D7B1858-1BE1-4D93-BEC6-98B0EA977B5E}" srcOrd="2" destOrd="0" presId="urn:microsoft.com/office/officeart/2008/layout/LinedList"/>
    <dgm:cxn modelId="{1A2AC29C-D054-4A0B-BDF3-BBFC25FC2484}" type="presParOf" srcId="{06F2FB9A-1016-4E0C-90AE-865E26014295}" destId="{2C73D26F-062A-43CC-BFA3-5219FC43FF28}" srcOrd="3" destOrd="0" presId="urn:microsoft.com/office/officeart/2008/layout/LinedList"/>
    <dgm:cxn modelId="{274C1AC8-869B-4012-952E-BE0F07AC278B}" type="presParOf" srcId="{2C73D26F-062A-43CC-BFA3-5219FC43FF28}" destId="{7A916706-4E88-4A37-88D5-E7CA63820114}" srcOrd="0" destOrd="0" presId="urn:microsoft.com/office/officeart/2008/layout/LinedList"/>
    <dgm:cxn modelId="{E743B495-AABB-43BE-AF23-21E01523F171}" type="presParOf" srcId="{2C73D26F-062A-43CC-BFA3-5219FC43FF28}" destId="{62A98450-10E1-46CD-BA47-966F303E2C0D}" srcOrd="1" destOrd="0" presId="urn:microsoft.com/office/officeart/2008/layout/LinedList"/>
    <dgm:cxn modelId="{6B0FC8B4-0FEA-45A5-AA04-8FEB0FB0A60E}" type="presParOf" srcId="{06F2FB9A-1016-4E0C-90AE-865E26014295}" destId="{43A7AD9F-F419-46D2-B13D-079CE72FBCD8}" srcOrd="4" destOrd="0" presId="urn:microsoft.com/office/officeart/2008/layout/LinedList"/>
    <dgm:cxn modelId="{EF581BB2-F579-467F-939C-AE3300F08041}" type="presParOf" srcId="{06F2FB9A-1016-4E0C-90AE-865E26014295}" destId="{E36706FA-E4FE-4F96-86EC-94129F2A275F}" srcOrd="5" destOrd="0" presId="urn:microsoft.com/office/officeart/2008/layout/LinedList"/>
    <dgm:cxn modelId="{7B99BE07-A5B0-415A-950E-B52D2399B7C7}" type="presParOf" srcId="{E36706FA-E4FE-4F96-86EC-94129F2A275F}" destId="{16335FDD-C06F-4393-AFEE-A935A88CFFB8}" srcOrd="0" destOrd="0" presId="urn:microsoft.com/office/officeart/2008/layout/LinedList"/>
    <dgm:cxn modelId="{8779EA6E-9BEC-435E-886F-EDE7BE8E957F}" type="presParOf" srcId="{E36706FA-E4FE-4F96-86EC-94129F2A275F}" destId="{3E52F8E8-1C18-48FD-A834-ADA29FB27D0C}" srcOrd="1" destOrd="0" presId="urn:microsoft.com/office/officeart/2008/layout/LinedList"/>
    <dgm:cxn modelId="{6BEF3EB3-1BA0-49CB-A252-7A157297AEE7}" type="presParOf" srcId="{06F2FB9A-1016-4E0C-90AE-865E26014295}" destId="{23CE7E00-AA6C-4998-9934-DF3C3D0CA3C6}" srcOrd="6" destOrd="0" presId="urn:microsoft.com/office/officeart/2008/layout/LinedList"/>
    <dgm:cxn modelId="{49AEB104-AB25-4B7B-9953-58463FB4C727}" type="presParOf" srcId="{06F2FB9A-1016-4E0C-90AE-865E26014295}" destId="{850AAAD0-E190-4BF2-B589-7C59A03BC30D}" srcOrd="7" destOrd="0" presId="urn:microsoft.com/office/officeart/2008/layout/LinedList"/>
    <dgm:cxn modelId="{28A3D0F4-D7D7-4626-86E5-B63D1E270954}" type="presParOf" srcId="{850AAAD0-E190-4BF2-B589-7C59A03BC30D}" destId="{59E7AD3A-66B0-4479-9C4E-4B189125BE46}" srcOrd="0" destOrd="0" presId="urn:microsoft.com/office/officeart/2008/layout/LinedList"/>
    <dgm:cxn modelId="{B9CE0291-EA4A-4F06-A82B-2DA74A07C3BC}" type="presParOf" srcId="{850AAAD0-E190-4BF2-B589-7C59A03BC30D}" destId="{AAC224ED-F711-4327-AAAF-9F8FC74673D6}" srcOrd="1" destOrd="0" presId="urn:microsoft.com/office/officeart/2008/layout/LinedList"/>
    <dgm:cxn modelId="{BA164FEB-4CF9-4684-9742-FA5B3A150D48}" type="presParOf" srcId="{06F2FB9A-1016-4E0C-90AE-865E26014295}" destId="{4FDC5E05-56EA-48A3-998F-34BC7C8FC984}" srcOrd="8" destOrd="0" presId="urn:microsoft.com/office/officeart/2008/layout/LinedList"/>
    <dgm:cxn modelId="{FBB302AB-04F6-4A4B-BA37-D9854BE412DE}" type="presParOf" srcId="{06F2FB9A-1016-4E0C-90AE-865E26014295}" destId="{251364D4-F722-46B7-B5CC-40C633BBEC7C}" srcOrd="9" destOrd="0" presId="urn:microsoft.com/office/officeart/2008/layout/LinedList"/>
    <dgm:cxn modelId="{5AF38EA5-F71D-4978-95AC-DE6D39751325}" type="presParOf" srcId="{251364D4-F722-46B7-B5CC-40C633BBEC7C}" destId="{09894015-B209-498D-83B1-1F536BC4049B}" srcOrd="0" destOrd="0" presId="urn:microsoft.com/office/officeart/2008/layout/LinedList"/>
    <dgm:cxn modelId="{D7F24749-E8C2-4E43-9133-DD596D6749B4}" type="presParOf" srcId="{251364D4-F722-46B7-B5CC-40C633BBEC7C}" destId="{974118EC-8336-4475-A2A6-93370949FA26}" srcOrd="1" destOrd="0" presId="urn:microsoft.com/office/officeart/2008/layout/LinedList"/>
    <dgm:cxn modelId="{4BD5B195-F566-44C6-BC65-8DFB88AF70D7}" type="presParOf" srcId="{06F2FB9A-1016-4E0C-90AE-865E26014295}" destId="{F9BB2CA6-F60B-424F-81E3-9598470E0477}" srcOrd="10" destOrd="0" presId="urn:microsoft.com/office/officeart/2008/layout/LinedList"/>
    <dgm:cxn modelId="{9352AA2B-7F4D-4FF4-9BCA-13A7667663DE}" type="presParOf" srcId="{06F2FB9A-1016-4E0C-90AE-865E26014295}" destId="{7DD4CDC7-77DD-4D4E-8946-3F87A3721B6E}" srcOrd="11" destOrd="0" presId="urn:microsoft.com/office/officeart/2008/layout/LinedList"/>
    <dgm:cxn modelId="{87C87B94-AB27-4D67-8C85-F5ECF2FB51E6}" type="presParOf" srcId="{7DD4CDC7-77DD-4D4E-8946-3F87A3721B6E}" destId="{887A795A-1EC4-43DE-AA64-C7C80BFB1D14}" srcOrd="0" destOrd="0" presId="urn:microsoft.com/office/officeart/2008/layout/LinedList"/>
    <dgm:cxn modelId="{BE0B16F1-68E8-457D-9B8F-06CF07D4347C}" type="presParOf" srcId="{7DD4CDC7-77DD-4D4E-8946-3F87A3721B6E}" destId="{76ABD80C-BA89-4FE0-ABA6-F89054AA017C}" srcOrd="1" destOrd="0" presId="urn:microsoft.com/office/officeart/2008/layout/LinedList"/>
    <dgm:cxn modelId="{22B21FAB-3190-4A8E-B80A-D31473CBF1B3}" type="presParOf" srcId="{06F2FB9A-1016-4E0C-90AE-865E26014295}" destId="{6E2DA852-A727-44E9-AE42-FFE3320390CB}" srcOrd="12" destOrd="0" presId="urn:microsoft.com/office/officeart/2008/layout/LinedList"/>
    <dgm:cxn modelId="{F57A484D-7935-4132-8876-458E1FADED6D}" type="presParOf" srcId="{06F2FB9A-1016-4E0C-90AE-865E26014295}" destId="{7CA1CBF5-836E-4378-9E8A-012C25DCC774}" srcOrd="13" destOrd="0" presId="urn:microsoft.com/office/officeart/2008/layout/LinedList"/>
    <dgm:cxn modelId="{82E185C5-5919-41C6-B1D1-198C55F221DC}" type="presParOf" srcId="{7CA1CBF5-836E-4378-9E8A-012C25DCC774}" destId="{8A8AB5AE-2653-4C43-A369-0E2095D08EE7}" srcOrd="0" destOrd="0" presId="urn:microsoft.com/office/officeart/2008/layout/LinedList"/>
    <dgm:cxn modelId="{FA7B1A63-3774-4C92-B581-690E199700AF}" type="presParOf" srcId="{7CA1CBF5-836E-4378-9E8A-012C25DCC774}" destId="{7631E14C-E645-4F5E-91E4-9374B47B79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6F7BEE8-29B2-4DF6-934B-666987DEB268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57B70E-9C4C-4E7E-9613-05021A177EB3}">
      <dgm:prSet/>
      <dgm:spPr/>
      <dgm:t>
        <a:bodyPr/>
        <a:lstStyle/>
        <a:p>
          <a:r>
            <a:rPr lang="es-ES" b="0" dirty="0"/>
            <a:t>Análisis de necesidad</a:t>
          </a:r>
          <a:endParaRPr lang="en-US" b="0" dirty="0"/>
        </a:p>
      </dgm:t>
    </dgm:pt>
    <dgm:pt modelId="{51EA5FDF-2601-4EF5-BAB1-71E06732EAB8}" type="parTrans" cxnId="{60194E8C-1CB1-4AFB-9BBC-B2ACD2774F3A}">
      <dgm:prSet/>
      <dgm:spPr/>
      <dgm:t>
        <a:bodyPr/>
        <a:lstStyle/>
        <a:p>
          <a:endParaRPr lang="en-US"/>
        </a:p>
      </dgm:t>
    </dgm:pt>
    <dgm:pt modelId="{97D4128F-1D4A-4259-8947-82A6B4894ED2}" type="sibTrans" cxnId="{60194E8C-1CB1-4AFB-9BBC-B2ACD2774F3A}">
      <dgm:prSet/>
      <dgm:spPr/>
      <dgm:t>
        <a:bodyPr/>
        <a:lstStyle/>
        <a:p>
          <a:endParaRPr lang="en-US"/>
        </a:p>
      </dgm:t>
    </dgm:pt>
    <dgm:pt modelId="{76BB8BF0-7638-42BD-8E6F-B73927A9EB02}">
      <dgm:prSet/>
      <dgm:spPr/>
      <dgm:t>
        <a:bodyPr/>
        <a:lstStyle/>
        <a:p>
          <a:r>
            <a:rPr lang="es-ES" b="0" dirty="0"/>
            <a:t>Investigación inicial</a:t>
          </a:r>
          <a:endParaRPr lang="en-US" b="0" dirty="0"/>
        </a:p>
      </dgm:t>
    </dgm:pt>
    <dgm:pt modelId="{56EAC38C-111A-4DC9-BFC3-399A616CF0B1}" type="parTrans" cxnId="{DB504EA5-7C8B-4568-8EAC-895872285F58}">
      <dgm:prSet/>
      <dgm:spPr/>
      <dgm:t>
        <a:bodyPr/>
        <a:lstStyle/>
        <a:p>
          <a:endParaRPr lang="en-US"/>
        </a:p>
      </dgm:t>
    </dgm:pt>
    <dgm:pt modelId="{D5B502D7-558D-487F-873F-F2ABCFAA7286}" type="sibTrans" cxnId="{DB504EA5-7C8B-4568-8EAC-895872285F58}">
      <dgm:prSet/>
      <dgm:spPr/>
      <dgm:t>
        <a:bodyPr/>
        <a:lstStyle/>
        <a:p>
          <a:endParaRPr lang="en-US"/>
        </a:p>
      </dgm:t>
    </dgm:pt>
    <dgm:pt modelId="{D3E7F0BF-49A1-4518-89A9-30816F341182}">
      <dgm:prSet/>
      <dgm:spPr/>
      <dgm:t>
        <a:bodyPr/>
        <a:lstStyle/>
        <a:p>
          <a:r>
            <a:rPr lang="es-ES" b="0" dirty="0"/>
            <a:t>Estudio de alternativas</a:t>
          </a:r>
          <a:endParaRPr lang="en-US" b="0" dirty="0"/>
        </a:p>
      </dgm:t>
    </dgm:pt>
    <dgm:pt modelId="{C619D95B-AF87-444F-9FE9-9AB1C51BB99B}" type="parTrans" cxnId="{AAA9063D-4ECA-414A-95E0-C3C0F1A473F2}">
      <dgm:prSet/>
      <dgm:spPr/>
      <dgm:t>
        <a:bodyPr/>
        <a:lstStyle/>
        <a:p>
          <a:endParaRPr lang="en-US"/>
        </a:p>
      </dgm:t>
    </dgm:pt>
    <dgm:pt modelId="{156D45E4-D58A-4CD1-829F-2DF6B3AB2980}" type="sibTrans" cxnId="{AAA9063D-4ECA-414A-95E0-C3C0F1A473F2}">
      <dgm:prSet/>
      <dgm:spPr/>
      <dgm:t>
        <a:bodyPr/>
        <a:lstStyle/>
        <a:p>
          <a:endParaRPr lang="en-US"/>
        </a:p>
      </dgm:t>
    </dgm:pt>
    <dgm:pt modelId="{6055B4ED-C30F-4549-BFCB-091A6F66D3A8}">
      <dgm:prSet/>
      <dgm:spPr/>
      <dgm:t>
        <a:bodyPr/>
        <a:lstStyle/>
        <a:p>
          <a:r>
            <a:rPr lang="es-ES" b="0" dirty="0"/>
            <a:t>Diseño e implementación</a:t>
          </a:r>
          <a:endParaRPr lang="en-US" b="0" dirty="0"/>
        </a:p>
      </dgm:t>
    </dgm:pt>
    <dgm:pt modelId="{74656000-C26F-4DDF-B14E-DE92150B4669}" type="parTrans" cxnId="{9F74CD8D-92EF-45C6-94BB-0E15A6FF9867}">
      <dgm:prSet/>
      <dgm:spPr/>
      <dgm:t>
        <a:bodyPr/>
        <a:lstStyle/>
        <a:p>
          <a:endParaRPr lang="en-US"/>
        </a:p>
      </dgm:t>
    </dgm:pt>
    <dgm:pt modelId="{BF483E69-9E7F-429B-B5D0-DC6E3BE1DC6D}" type="sibTrans" cxnId="{9F74CD8D-92EF-45C6-94BB-0E15A6FF9867}">
      <dgm:prSet/>
      <dgm:spPr/>
      <dgm:t>
        <a:bodyPr/>
        <a:lstStyle/>
        <a:p>
          <a:endParaRPr lang="en-US"/>
        </a:p>
      </dgm:t>
    </dgm:pt>
    <dgm:pt modelId="{95395F12-487C-4745-B6B3-CA5A8B3E51C6}">
      <dgm:prSet/>
      <dgm:spPr/>
      <dgm:t>
        <a:bodyPr/>
        <a:lstStyle/>
        <a:p>
          <a:r>
            <a:rPr lang="es-ES" b="0" dirty="0"/>
            <a:t>Ejecución de pruebas</a:t>
          </a:r>
          <a:endParaRPr lang="en-US" b="0" dirty="0"/>
        </a:p>
      </dgm:t>
    </dgm:pt>
    <dgm:pt modelId="{7C7AE26A-7348-41FB-8A30-710E1742AEDE}" type="parTrans" cxnId="{5A02A8FF-D2E4-4FE9-91FB-EF64EA4EEE3D}">
      <dgm:prSet/>
      <dgm:spPr/>
      <dgm:t>
        <a:bodyPr/>
        <a:lstStyle/>
        <a:p>
          <a:endParaRPr lang="en-US"/>
        </a:p>
      </dgm:t>
    </dgm:pt>
    <dgm:pt modelId="{CA0A6F93-36C9-424F-8F13-1BF0B9B0522D}" type="sibTrans" cxnId="{5A02A8FF-D2E4-4FE9-91FB-EF64EA4EEE3D}">
      <dgm:prSet/>
      <dgm:spPr/>
      <dgm:t>
        <a:bodyPr/>
        <a:lstStyle/>
        <a:p>
          <a:endParaRPr lang="en-US"/>
        </a:p>
      </dgm:t>
    </dgm:pt>
    <dgm:pt modelId="{FFC61F4A-B00B-46DA-8CBF-64A1879FB355}">
      <dgm:prSet/>
      <dgm:spPr/>
      <dgm:t>
        <a:bodyPr/>
        <a:lstStyle/>
        <a:p>
          <a:r>
            <a:rPr lang="es-ES" b="0" dirty="0"/>
            <a:t>Reducción de detectabilidad</a:t>
          </a:r>
          <a:endParaRPr lang="en-US" b="0" dirty="0"/>
        </a:p>
      </dgm:t>
    </dgm:pt>
    <dgm:pt modelId="{496B552B-0655-44D7-AD3F-731D190F9F9D}" type="parTrans" cxnId="{3262E145-4C0F-4226-AD93-615E07B4B341}">
      <dgm:prSet/>
      <dgm:spPr/>
      <dgm:t>
        <a:bodyPr/>
        <a:lstStyle/>
        <a:p>
          <a:endParaRPr lang="en-US"/>
        </a:p>
      </dgm:t>
    </dgm:pt>
    <dgm:pt modelId="{97DA99C0-85EC-42BF-B91A-91A3DE9699AE}" type="sibTrans" cxnId="{3262E145-4C0F-4226-AD93-615E07B4B341}">
      <dgm:prSet/>
      <dgm:spPr/>
      <dgm:t>
        <a:bodyPr/>
        <a:lstStyle/>
        <a:p>
          <a:endParaRPr lang="en-US"/>
        </a:p>
      </dgm:t>
    </dgm:pt>
    <dgm:pt modelId="{2899D4E3-3CAD-46B2-9581-CF9697022546}">
      <dgm:prSet/>
      <dgm:spPr/>
      <dgm:t>
        <a:bodyPr/>
        <a:lstStyle/>
        <a:p>
          <a:r>
            <a:rPr lang="es-ES" b="1" dirty="0"/>
            <a:t>Conclusiones y Ampliaciones</a:t>
          </a:r>
          <a:endParaRPr lang="en-US" b="1" dirty="0"/>
        </a:p>
      </dgm:t>
    </dgm:pt>
    <dgm:pt modelId="{1C5B1662-7FF4-467F-8E1B-CF309FB1C02C}" type="parTrans" cxnId="{BF6EAAC5-752E-4478-AE80-A7193A2AB2F9}">
      <dgm:prSet/>
      <dgm:spPr/>
      <dgm:t>
        <a:bodyPr/>
        <a:lstStyle/>
        <a:p>
          <a:endParaRPr lang="en-US"/>
        </a:p>
      </dgm:t>
    </dgm:pt>
    <dgm:pt modelId="{782F20D0-6AA9-4151-A65F-DC7F7BCF9796}" type="sibTrans" cxnId="{BF6EAAC5-752E-4478-AE80-A7193A2AB2F9}">
      <dgm:prSet/>
      <dgm:spPr/>
      <dgm:t>
        <a:bodyPr/>
        <a:lstStyle/>
        <a:p>
          <a:endParaRPr lang="en-US"/>
        </a:p>
      </dgm:t>
    </dgm:pt>
    <dgm:pt modelId="{06F2FB9A-1016-4E0C-90AE-865E26014295}" type="pres">
      <dgm:prSet presAssocID="{96F7BEE8-29B2-4DF6-934B-666987DEB268}" presName="vert0" presStyleCnt="0">
        <dgm:presLayoutVars>
          <dgm:dir/>
          <dgm:animOne val="branch"/>
          <dgm:animLvl val="lvl"/>
        </dgm:presLayoutVars>
      </dgm:prSet>
      <dgm:spPr/>
    </dgm:pt>
    <dgm:pt modelId="{71310DF6-4577-408A-9592-87CBBF6D4B56}" type="pres">
      <dgm:prSet presAssocID="{3B57B70E-9C4C-4E7E-9613-05021A177EB3}" presName="thickLine" presStyleLbl="alignNode1" presStyleIdx="0" presStyleCnt="7"/>
      <dgm:spPr/>
    </dgm:pt>
    <dgm:pt modelId="{09D5B78C-ED09-4EF4-BE55-B3B1DD8F5F4C}" type="pres">
      <dgm:prSet presAssocID="{3B57B70E-9C4C-4E7E-9613-05021A177EB3}" presName="horz1" presStyleCnt="0"/>
      <dgm:spPr/>
    </dgm:pt>
    <dgm:pt modelId="{60647AB8-809A-4527-A551-BFA93F54B43C}" type="pres">
      <dgm:prSet presAssocID="{3B57B70E-9C4C-4E7E-9613-05021A177EB3}" presName="tx1" presStyleLbl="revTx" presStyleIdx="0" presStyleCnt="7"/>
      <dgm:spPr/>
    </dgm:pt>
    <dgm:pt modelId="{2EE61294-CC84-4E63-9113-D345F38B5F27}" type="pres">
      <dgm:prSet presAssocID="{3B57B70E-9C4C-4E7E-9613-05021A177EB3}" presName="vert1" presStyleCnt="0"/>
      <dgm:spPr/>
    </dgm:pt>
    <dgm:pt modelId="{8D7B1858-1BE1-4D93-BEC6-98B0EA977B5E}" type="pres">
      <dgm:prSet presAssocID="{76BB8BF0-7638-42BD-8E6F-B73927A9EB02}" presName="thickLine" presStyleLbl="alignNode1" presStyleIdx="1" presStyleCnt="7"/>
      <dgm:spPr/>
    </dgm:pt>
    <dgm:pt modelId="{2C73D26F-062A-43CC-BFA3-5219FC43FF28}" type="pres">
      <dgm:prSet presAssocID="{76BB8BF0-7638-42BD-8E6F-B73927A9EB02}" presName="horz1" presStyleCnt="0"/>
      <dgm:spPr/>
    </dgm:pt>
    <dgm:pt modelId="{7A916706-4E88-4A37-88D5-E7CA63820114}" type="pres">
      <dgm:prSet presAssocID="{76BB8BF0-7638-42BD-8E6F-B73927A9EB02}" presName="tx1" presStyleLbl="revTx" presStyleIdx="1" presStyleCnt="7"/>
      <dgm:spPr/>
    </dgm:pt>
    <dgm:pt modelId="{62A98450-10E1-46CD-BA47-966F303E2C0D}" type="pres">
      <dgm:prSet presAssocID="{76BB8BF0-7638-42BD-8E6F-B73927A9EB02}" presName="vert1" presStyleCnt="0"/>
      <dgm:spPr/>
    </dgm:pt>
    <dgm:pt modelId="{43A7AD9F-F419-46D2-B13D-079CE72FBCD8}" type="pres">
      <dgm:prSet presAssocID="{D3E7F0BF-49A1-4518-89A9-30816F341182}" presName="thickLine" presStyleLbl="alignNode1" presStyleIdx="2" presStyleCnt="7"/>
      <dgm:spPr/>
    </dgm:pt>
    <dgm:pt modelId="{E36706FA-E4FE-4F96-86EC-94129F2A275F}" type="pres">
      <dgm:prSet presAssocID="{D3E7F0BF-49A1-4518-89A9-30816F341182}" presName="horz1" presStyleCnt="0"/>
      <dgm:spPr/>
    </dgm:pt>
    <dgm:pt modelId="{16335FDD-C06F-4393-AFEE-A935A88CFFB8}" type="pres">
      <dgm:prSet presAssocID="{D3E7F0BF-49A1-4518-89A9-30816F341182}" presName="tx1" presStyleLbl="revTx" presStyleIdx="2" presStyleCnt="7"/>
      <dgm:spPr/>
    </dgm:pt>
    <dgm:pt modelId="{3E52F8E8-1C18-48FD-A834-ADA29FB27D0C}" type="pres">
      <dgm:prSet presAssocID="{D3E7F0BF-49A1-4518-89A9-30816F341182}" presName="vert1" presStyleCnt="0"/>
      <dgm:spPr/>
    </dgm:pt>
    <dgm:pt modelId="{23CE7E00-AA6C-4998-9934-DF3C3D0CA3C6}" type="pres">
      <dgm:prSet presAssocID="{6055B4ED-C30F-4549-BFCB-091A6F66D3A8}" presName="thickLine" presStyleLbl="alignNode1" presStyleIdx="3" presStyleCnt="7"/>
      <dgm:spPr/>
    </dgm:pt>
    <dgm:pt modelId="{850AAAD0-E190-4BF2-B589-7C59A03BC30D}" type="pres">
      <dgm:prSet presAssocID="{6055B4ED-C30F-4549-BFCB-091A6F66D3A8}" presName="horz1" presStyleCnt="0"/>
      <dgm:spPr/>
    </dgm:pt>
    <dgm:pt modelId="{59E7AD3A-66B0-4479-9C4E-4B189125BE46}" type="pres">
      <dgm:prSet presAssocID="{6055B4ED-C30F-4549-BFCB-091A6F66D3A8}" presName="tx1" presStyleLbl="revTx" presStyleIdx="3" presStyleCnt="7"/>
      <dgm:spPr/>
    </dgm:pt>
    <dgm:pt modelId="{AAC224ED-F711-4327-AAAF-9F8FC74673D6}" type="pres">
      <dgm:prSet presAssocID="{6055B4ED-C30F-4549-BFCB-091A6F66D3A8}" presName="vert1" presStyleCnt="0"/>
      <dgm:spPr/>
    </dgm:pt>
    <dgm:pt modelId="{4FDC5E05-56EA-48A3-998F-34BC7C8FC984}" type="pres">
      <dgm:prSet presAssocID="{95395F12-487C-4745-B6B3-CA5A8B3E51C6}" presName="thickLine" presStyleLbl="alignNode1" presStyleIdx="4" presStyleCnt="7"/>
      <dgm:spPr/>
    </dgm:pt>
    <dgm:pt modelId="{251364D4-F722-46B7-B5CC-40C633BBEC7C}" type="pres">
      <dgm:prSet presAssocID="{95395F12-487C-4745-B6B3-CA5A8B3E51C6}" presName="horz1" presStyleCnt="0"/>
      <dgm:spPr/>
    </dgm:pt>
    <dgm:pt modelId="{09894015-B209-498D-83B1-1F536BC4049B}" type="pres">
      <dgm:prSet presAssocID="{95395F12-487C-4745-B6B3-CA5A8B3E51C6}" presName="tx1" presStyleLbl="revTx" presStyleIdx="4" presStyleCnt="7"/>
      <dgm:spPr/>
    </dgm:pt>
    <dgm:pt modelId="{974118EC-8336-4475-A2A6-93370949FA26}" type="pres">
      <dgm:prSet presAssocID="{95395F12-487C-4745-B6B3-CA5A8B3E51C6}" presName="vert1" presStyleCnt="0"/>
      <dgm:spPr/>
    </dgm:pt>
    <dgm:pt modelId="{F9BB2CA6-F60B-424F-81E3-9598470E0477}" type="pres">
      <dgm:prSet presAssocID="{FFC61F4A-B00B-46DA-8CBF-64A1879FB355}" presName="thickLine" presStyleLbl="alignNode1" presStyleIdx="5" presStyleCnt="7"/>
      <dgm:spPr/>
    </dgm:pt>
    <dgm:pt modelId="{7DD4CDC7-77DD-4D4E-8946-3F87A3721B6E}" type="pres">
      <dgm:prSet presAssocID="{FFC61F4A-B00B-46DA-8CBF-64A1879FB355}" presName="horz1" presStyleCnt="0"/>
      <dgm:spPr/>
    </dgm:pt>
    <dgm:pt modelId="{887A795A-1EC4-43DE-AA64-C7C80BFB1D14}" type="pres">
      <dgm:prSet presAssocID="{FFC61F4A-B00B-46DA-8CBF-64A1879FB355}" presName="tx1" presStyleLbl="revTx" presStyleIdx="5" presStyleCnt="7"/>
      <dgm:spPr/>
    </dgm:pt>
    <dgm:pt modelId="{76ABD80C-BA89-4FE0-ABA6-F89054AA017C}" type="pres">
      <dgm:prSet presAssocID="{FFC61F4A-B00B-46DA-8CBF-64A1879FB355}" presName="vert1" presStyleCnt="0"/>
      <dgm:spPr/>
    </dgm:pt>
    <dgm:pt modelId="{6E2DA852-A727-44E9-AE42-FFE3320390CB}" type="pres">
      <dgm:prSet presAssocID="{2899D4E3-3CAD-46B2-9581-CF9697022546}" presName="thickLine" presStyleLbl="alignNode1" presStyleIdx="6" presStyleCnt="7"/>
      <dgm:spPr/>
    </dgm:pt>
    <dgm:pt modelId="{7CA1CBF5-836E-4378-9E8A-012C25DCC774}" type="pres">
      <dgm:prSet presAssocID="{2899D4E3-3CAD-46B2-9581-CF9697022546}" presName="horz1" presStyleCnt="0"/>
      <dgm:spPr/>
    </dgm:pt>
    <dgm:pt modelId="{8A8AB5AE-2653-4C43-A369-0E2095D08EE7}" type="pres">
      <dgm:prSet presAssocID="{2899D4E3-3CAD-46B2-9581-CF9697022546}" presName="tx1" presStyleLbl="revTx" presStyleIdx="6" presStyleCnt="7"/>
      <dgm:spPr/>
    </dgm:pt>
    <dgm:pt modelId="{7631E14C-E645-4F5E-91E4-9374B47B7934}" type="pres">
      <dgm:prSet presAssocID="{2899D4E3-3CAD-46B2-9581-CF9697022546}" presName="vert1" presStyleCnt="0"/>
      <dgm:spPr/>
    </dgm:pt>
  </dgm:ptLst>
  <dgm:cxnLst>
    <dgm:cxn modelId="{1778C502-3601-4FAB-AA7C-A6AA1F9408B1}" type="presOf" srcId="{2899D4E3-3CAD-46B2-9581-CF9697022546}" destId="{8A8AB5AE-2653-4C43-A369-0E2095D08EE7}" srcOrd="0" destOrd="0" presId="urn:microsoft.com/office/officeart/2008/layout/LinedList"/>
    <dgm:cxn modelId="{AAA9063D-4ECA-414A-95E0-C3C0F1A473F2}" srcId="{96F7BEE8-29B2-4DF6-934B-666987DEB268}" destId="{D3E7F0BF-49A1-4518-89A9-30816F341182}" srcOrd="2" destOrd="0" parTransId="{C619D95B-AF87-444F-9FE9-9AB1C51BB99B}" sibTransId="{156D45E4-D58A-4CD1-829F-2DF6B3AB2980}"/>
    <dgm:cxn modelId="{3262E145-4C0F-4226-AD93-615E07B4B341}" srcId="{96F7BEE8-29B2-4DF6-934B-666987DEB268}" destId="{FFC61F4A-B00B-46DA-8CBF-64A1879FB355}" srcOrd="5" destOrd="0" parTransId="{496B552B-0655-44D7-AD3F-731D190F9F9D}" sibTransId="{97DA99C0-85EC-42BF-B91A-91A3DE9699AE}"/>
    <dgm:cxn modelId="{9D3F2F69-D7F0-42C1-9C9A-72E40963F852}" type="presOf" srcId="{D3E7F0BF-49A1-4518-89A9-30816F341182}" destId="{16335FDD-C06F-4393-AFEE-A935A88CFFB8}" srcOrd="0" destOrd="0" presId="urn:microsoft.com/office/officeart/2008/layout/LinedList"/>
    <dgm:cxn modelId="{8634E76F-58C7-4062-BF91-9F8BBA87A5AF}" type="presOf" srcId="{6055B4ED-C30F-4549-BFCB-091A6F66D3A8}" destId="{59E7AD3A-66B0-4479-9C4E-4B189125BE46}" srcOrd="0" destOrd="0" presId="urn:microsoft.com/office/officeart/2008/layout/LinedList"/>
    <dgm:cxn modelId="{6E23B07C-BCB2-4365-B80F-A278003CF300}" type="presOf" srcId="{95395F12-487C-4745-B6B3-CA5A8B3E51C6}" destId="{09894015-B209-498D-83B1-1F536BC4049B}" srcOrd="0" destOrd="0" presId="urn:microsoft.com/office/officeart/2008/layout/LinedList"/>
    <dgm:cxn modelId="{60194E8C-1CB1-4AFB-9BBC-B2ACD2774F3A}" srcId="{96F7BEE8-29B2-4DF6-934B-666987DEB268}" destId="{3B57B70E-9C4C-4E7E-9613-05021A177EB3}" srcOrd="0" destOrd="0" parTransId="{51EA5FDF-2601-4EF5-BAB1-71E06732EAB8}" sibTransId="{97D4128F-1D4A-4259-8947-82A6B4894ED2}"/>
    <dgm:cxn modelId="{9F74CD8D-92EF-45C6-94BB-0E15A6FF9867}" srcId="{96F7BEE8-29B2-4DF6-934B-666987DEB268}" destId="{6055B4ED-C30F-4549-BFCB-091A6F66D3A8}" srcOrd="3" destOrd="0" parTransId="{74656000-C26F-4DDF-B14E-DE92150B4669}" sibTransId="{BF483E69-9E7F-429B-B5D0-DC6E3BE1DC6D}"/>
    <dgm:cxn modelId="{7359968F-A209-4BB3-9BF9-C85E9354ED8E}" type="presOf" srcId="{3B57B70E-9C4C-4E7E-9613-05021A177EB3}" destId="{60647AB8-809A-4527-A551-BFA93F54B43C}" srcOrd="0" destOrd="0" presId="urn:microsoft.com/office/officeart/2008/layout/LinedList"/>
    <dgm:cxn modelId="{B5F826A2-237C-4FCE-9CD6-0B6661BDDBE5}" type="presOf" srcId="{FFC61F4A-B00B-46DA-8CBF-64A1879FB355}" destId="{887A795A-1EC4-43DE-AA64-C7C80BFB1D14}" srcOrd="0" destOrd="0" presId="urn:microsoft.com/office/officeart/2008/layout/LinedList"/>
    <dgm:cxn modelId="{DB504EA5-7C8B-4568-8EAC-895872285F58}" srcId="{96F7BEE8-29B2-4DF6-934B-666987DEB268}" destId="{76BB8BF0-7638-42BD-8E6F-B73927A9EB02}" srcOrd="1" destOrd="0" parTransId="{56EAC38C-111A-4DC9-BFC3-399A616CF0B1}" sibTransId="{D5B502D7-558D-487F-873F-F2ABCFAA7286}"/>
    <dgm:cxn modelId="{368117C4-AEC9-4D6F-89DA-4D965BDF9EBA}" type="presOf" srcId="{96F7BEE8-29B2-4DF6-934B-666987DEB268}" destId="{06F2FB9A-1016-4E0C-90AE-865E26014295}" srcOrd="0" destOrd="0" presId="urn:microsoft.com/office/officeart/2008/layout/LinedList"/>
    <dgm:cxn modelId="{BF6EAAC5-752E-4478-AE80-A7193A2AB2F9}" srcId="{96F7BEE8-29B2-4DF6-934B-666987DEB268}" destId="{2899D4E3-3CAD-46B2-9581-CF9697022546}" srcOrd="6" destOrd="0" parTransId="{1C5B1662-7FF4-467F-8E1B-CF309FB1C02C}" sibTransId="{782F20D0-6AA9-4151-A65F-DC7F7BCF9796}"/>
    <dgm:cxn modelId="{8E8461C8-8B39-46A9-BFB7-148F19B6F3A0}" type="presOf" srcId="{76BB8BF0-7638-42BD-8E6F-B73927A9EB02}" destId="{7A916706-4E88-4A37-88D5-E7CA63820114}" srcOrd="0" destOrd="0" presId="urn:microsoft.com/office/officeart/2008/layout/LinedList"/>
    <dgm:cxn modelId="{5A02A8FF-D2E4-4FE9-91FB-EF64EA4EEE3D}" srcId="{96F7BEE8-29B2-4DF6-934B-666987DEB268}" destId="{95395F12-487C-4745-B6B3-CA5A8B3E51C6}" srcOrd="4" destOrd="0" parTransId="{7C7AE26A-7348-41FB-8A30-710E1742AEDE}" sibTransId="{CA0A6F93-36C9-424F-8F13-1BF0B9B0522D}"/>
    <dgm:cxn modelId="{E1F1D50D-8F44-4F68-9966-725FFFAC1FC6}" type="presParOf" srcId="{06F2FB9A-1016-4E0C-90AE-865E26014295}" destId="{71310DF6-4577-408A-9592-87CBBF6D4B56}" srcOrd="0" destOrd="0" presId="urn:microsoft.com/office/officeart/2008/layout/LinedList"/>
    <dgm:cxn modelId="{53562C36-EAF3-4CFB-B981-2346EABAFFF0}" type="presParOf" srcId="{06F2FB9A-1016-4E0C-90AE-865E26014295}" destId="{09D5B78C-ED09-4EF4-BE55-B3B1DD8F5F4C}" srcOrd="1" destOrd="0" presId="urn:microsoft.com/office/officeart/2008/layout/LinedList"/>
    <dgm:cxn modelId="{671E204F-A890-445E-94B8-55B9231A0852}" type="presParOf" srcId="{09D5B78C-ED09-4EF4-BE55-B3B1DD8F5F4C}" destId="{60647AB8-809A-4527-A551-BFA93F54B43C}" srcOrd="0" destOrd="0" presId="urn:microsoft.com/office/officeart/2008/layout/LinedList"/>
    <dgm:cxn modelId="{6FED7DDD-83F9-4E2F-B954-B3CCD3859590}" type="presParOf" srcId="{09D5B78C-ED09-4EF4-BE55-B3B1DD8F5F4C}" destId="{2EE61294-CC84-4E63-9113-D345F38B5F27}" srcOrd="1" destOrd="0" presId="urn:microsoft.com/office/officeart/2008/layout/LinedList"/>
    <dgm:cxn modelId="{F8C07724-AA33-4B77-A922-698D5D5F9582}" type="presParOf" srcId="{06F2FB9A-1016-4E0C-90AE-865E26014295}" destId="{8D7B1858-1BE1-4D93-BEC6-98B0EA977B5E}" srcOrd="2" destOrd="0" presId="urn:microsoft.com/office/officeart/2008/layout/LinedList"/>
    <dgm:cxn modelId="{1A2AC29C-D054-4A0B-BDF3-BBFC25FC2484}" type="presParOf" srcId="{06F2FB9A-1016-4E0C-90AE-865E26014295}" destId="{2C73D26F-062A-43CC-BFA3-5219FC43FF28}" srcOrd="3" destOrd="0" presId="urn:microsoft.com/office/officeart/2008/layout/LinedList"/>
    <dgm:cxn modelId="{274C1AC8-869B-4012-952E-BE0F07AC278B}" type="presParOf" srcId="{2C73D26F-062A-43CC-BFA3-5219FC43FF28}" destId="{7A916706-4E88-4A37-88D5-E7CA63820114}" srcOrd="0" destOrd="0" presId="urn:microsoft.com/office/officeart/2008/layout/LinedList"/>
    <dgm:cxn modelId="{E743B495-AABB-43BE-AF23-21E01523F171}" type="presParOf" srcId="{2C73D26F-062A-43CC-BFA3-5219FC43FF28}" destId="{62A98450-10E1-46CD-BA47-966F303E2C0D}" srcOrd="1" destOrd="0" presId="urn:microsoft.com/office/officeart/2008/layout/LinedList"/>
    <dgm:cxn modelId="{6B0FC8B4-0FEA-45A5-AA04-8FEB0FB0A60E}" type="presParOf" srcId="{06F2FB9A-1016-4E0C-90AE-865E26014295}" destId="{43A7AD9F-F419-46D2-B13D-079CE72FBCD8}" srcOrd="4" destOrd="0" presId="urn:microsoft.com/office/officeart/2008/layout/LinedList"/>
    <dgm:cxn modelId="{EF581BB2-F579-467F-939C-AE3300F08041}" type="presParOf" srcId="{06F2FB9A-1016-4E0C-90AE-865E26014295}" destId="{E36706FA-E4FE-4F96-86EC-94129F2A275F}" srcOrd="5" destOrd="0" presId="urn:microsoft.com/office/officeart/2008/layout/LinedList"/>
    <dgm:cxn modelId="{7B99BE07-A5B0-415A-950E-B52D2399B7C7}" type="presParOf" srcId="{E36706FA-E4FE-4F96-86EC-94129F2A275F}" destId="{16335FDD-C06F-4393-AFEE-A935A88CFFB8}" srcOrd="0" destOrd="0" presId="urn:microsoft.com/office/officeart/2008/layout/LinedList"/>
    <dgm:cxn modelId="{8779EA6E-9BEC-435E-886F-EDE7BE8E957F}" type="presParOf" srcId="{E36706FA-E4FE-4F96-86EC-94129F2A275F}" destId="{3E52F8E8-1C18-48FD-A834-ADA29FB27D0C}" srcOrd="1" destOrd="0" presId="urn:microsoft.com/office/officeart/2008/layout/LinedList"/>
    <dgm:cxn modelId="{6BEF3EB3-1BA0-49CB-A252-7A157297AEE7}" type="presParOf" srcId="{06F2FB9A-1016-4E0C-90AE-865E26014295}" destId="{23CE7E00-AA6C-4998-9934-DF3C3D0CA3C6}" srcOrd="6" destOrd="0" presId="urn:microsoft.com/office/officeart/2008/layout/LinedList"/>
    <dgm:cxn modelId="{49AEB104-AB25-4B7B-9953-58463FB4C727}" type="presParOf" srcId="{06F2FB9A-1016-4E0C-90AE-865E26014295}" destId="{850AAAD0-E190-4BF2-B589-7C59A03BC30D}" srcOrd="7" destOrd="0" presId="urn:microsoft.com/office/officeart/2008/layout/LinedList"/>
    <dgm:cxn modelId="{28A3D0F4-D7D7-4626-86E5-B63D1E270954}" type="presParOf" srcId="{850AAAD0-E190-4BF2-B589-7C59A03BC30D}" destId="{59E7AD3A-66B0-4479-9C4E-4B189125BE46}" srcOrd="0" destOrd="0" presId="urn:microsoft.com/office/officeart/2008/layout/LinedList"/>
    <dgm:cxn modelId="{B9CE0291-EA4A-4F06-A82B-2DA74A07C3BC}" type="presParOf" srcId="{850AAAD0-E190-4BF2-B589-7C59A03BC30D}" destId="{AAC224ED-F711-4327-AAAF-9F8FC74673D6}" srcOrd="1" destOrd="0" presId="urn:microsoft.com/office/officeart/2008/layout/LinedList"/>
    <dgm:cxn modelId="{BA164FEB-4CF9-4684-9742-FA5B3A150D48}" type="presParOf" srcId="{06F2FB9A-1016-4E0C-90AE-865E26014295}" destId="{4FDC5E05-56EA-48A3-998F-34BC7C8FC984}" srcOrd="8" destOrd="0" presId="urn:microsoft.com/office/officeart/2008/layout/LinedList"/>
    <dgm:cxn modelId="{FBB302AB-04F6-4A4B-BA37-D9854BE412DE}" type="presParOf" srcId="{06F2FB9A-1016-4E0C-90AE-865E26014295}" destId="{251364D4-F722-46B7-B5CC-40C633BBEC7C}" srcOrd="9" destOrd="0" presId="urn:microsoft.com/office/officeart/2008/layout/LinedList"/>
    <dgm:cxn modelId="{5AF38EA5-F71D-4978-95AC-DE6D39751325}" type="presParOf" srcId="{251364D4-F722-46B7-B5CC-40C633BBEC7C}" destId="{09894015-B209-498D-83B1-1F536BC4049B}" srcOrd="0" destOrd="0" presId="urn:microsoft.com/office/officeart/2008/layout/LinedList"/>
    <dgm:cxn modelId="{D7F24749-E8C2-4E43-9133-DD596D6749B4}" type="presParOf" srcId="{251364D4-F722-46B7-B5CC-40C633BBEC7C}" destId="{974118EC-8336-4475-A2A6-93370949FA26}" srcOrd="1" destOrd="0" presId="urn:microsoft.com/office/officeart/2008/layout/LinedList"/>
    <dgm:cxn modelId="{4BD5B195-F566-44C6-BC65-8DFB88AF70D7}" type="presParOf" srcId="{06F2FB9A-1016-4E0C-90AE-865E26014295}" destId="{F9BB2CA6-F60B-424F-81E3-9598470E0477}" srcOrd="10" destOrd="0" presId="urn:microsoft.com/office/officeart/2008/layout/LinedList"/>
    <dgm:cxn modelId="{9352AA2B-7F4D-4FF4-9BCA-13A7667663DE}" type="presParOf" srcId="{06F2FB9A-1016-4E0C-90AE-865E26014295}" destId="{7DD4CDC7-77DD-4D4E-8946-3F87A3721B6E}" srcOrd="11" destOrd="0" presId="urn:microsoft.com/office/officeart/2008/layout/LinedList"/>
    <dgm:cxn modelId="{87C87B94-AB27-4D67-8C85-F5ECF2FB51E6}" type="presParOf" srcId="{7DD4CDC7-77DD-4D4E-8946-3F87A3721B6E}" destId="{887A795A-1EC4-43DE-AA64-C7C80BFB1D14}" srcOrd="0" destOrd="0" presId="urn:microsoft.com/office/officeart/2008/layout/LinedList"/>
    <dgm:cxn modelId="{BE0B16F1-68E8-457D-9B8F-06CF07D4347C}" type="presParOf" srcId="{7DD4CDC7-77DD-4D4E-8946-3F87A3721B6E}" destId="{76ABD80C-BA89-4FE0-ABA6-F89054AA017C}" srcOrd="1" destOrd="0" presId="urn:microsoft.com/office/officeart/2008/layout/LinedList"/>
    <dgm:cxn modelId="{22B21FAB-3190-4A8E-B80A-D31473CBF1B3}" type="presParOf" srcId="{06F2FB9A-1016-4E0C-90AE-865E26014295}" destId="{6E2DA852-A727-44E9-AE42-FFE3320390CB}" srcOrd="12" destOrd="0" presId="urn:microsoft.com/office/officeart/2008/layout/LinedList"/>
    <dgm:cxn modelId="{F57A484D-7935-4132-8876-458E1FADED6D}" type="presParOf" srcId="{06F2FB9A-1016-4E0C-90AE-865E26014295}" destId="{7CA1CBF5-836E-4378-9E8A-012C25DCC774}" srcOrd="13" destOrd="0" presId="urn:microsoft.com/office/officeart/2008/layout/LinedList"/>
    <dgm:cxn modelId="{82E185C5-5919-41C6-B1D1-198C55F221DC}" type="presParOf" srcId="{7CA1CBF5-836E-4378-9E8A-012C25DCC774}" destId="{8A8AB5AE-2653-4C43-A369-0E2095D08EE7}" srcOrd="0" destOrd="0" presId="urn:microsoft.com/office/officeart/2008/layout/LinedList"/>
    <dgm:cxn modelId="{FA7B1A63-3774-4C92-B581-690E199700AF}" type="presParOf" srcId="{7CA1CBF5-836E-4378-9E8A-012C25DCC774}" destId="{7631E14C-E645-4F5E-91E4-9374B47B79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064B77F-BE57-4D67-B503-E24CDA17819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942430-D38E-453D-94CE-F4B4DC9EBCF9}">
      <dgm:prSet/>
      <dgm:spPr/>
      <dgm:t>
        <a:bodyPr/>
        <a:lstStyle/>
        <a:p>
          <a:r>
            <a:rPr lang="en-US" dirty="0"/>
            <a:t>Bypass de </a:t>
          </a:r>
          <a:r>
            <a:rPr lang="en-US" dirty="0" err="1"/>
            <a:t>todos</a:t>
          </a:r>
          <a:r>
            <a:rPr lang="en-US" dirty="0"/>
            <a:t> </a:t>
          </a:r>
          <a:r>
            <a:rPr lang="en-US" dirty="0" err="1"/>
            <a:t>los</a:t>
          </a:r>
          <a:r>
            <a:rPr lang="en-US" dirty="0"/>
            <a:t> EDR </a:t>
          </a:r>
          <a:r>
            <a:rPr lang="en-US" dirty="0" err="1"/>
            <a:t>analizados</a:t>
          </a:r>
          <a:endParaRPr lang="en-US" dirty="0"/>
        </a:p>
      </dgm:t>
    </dgm:pt>
    <dgm:pt modelId="{4E7D5DA8-06F2-4EA9-9D5B-99A67C38C3AA}" type="parTrans" cxnId="{3D44926E-27CB-456A-90A2-145B30F01934}">
      <dgm:prSet/>
      <dgm:spPr/>
      <dgm:t>
        <a:bodyPr/>
        <a:lstStyle/>
        <a:p>
          <a:endParaRPr lang="en-US"/>
        </a:p>
      </dgm:t>
    </dgm:pt>
    <dgm:pt modelId="{2A2E3588-5BFB-431A-8AD0-7E4CE78B5998}" type="sibTrans" cxnId="{3D44926E-27CB-456A-90A2-145B30F01934}">
      <dgm:prSet/>
      <dgm:spPr/>
      <dgm:t>
        <a:bodyPr/>
        <a:lstStyle/>
        <a:p>
          <a:endParaRPr lang="en-US"/>
        </a:p>
      </dgm:t>
    </dgm:pt>
    <dgm:pt modelId="{E573DA84-50D0-432D-A22F-9FBCD3C2D930}">
      <dgm:prSet/>
      <dgm:spPr/>
      <dgm:t>
        <a:bodyPr/>
        <a:lstStyle/>
        <a:p>
          <a:r>
            <a:rPr lang="en-US" dirty="0" err="1"/>
            <a:t>Mecanismos</a:t>
          </a:r>
          <a:r>
            <a:rPr lang="en-US" dirty="0"/>
            <a:t> de </a:t>
          </a:r>
          <a:r>
            <a:rPr lang="en-US" dirty="0" err="1"/>
            <a:t>detección</a:t>
          </a:r>
          <a:r>
            <a:rPr lang="en-US" dirty="0"/>
            <a:t> </a:t>
          </a:r>
          <a:r>
            <a:rPr lang="en-US" dirty="0" err="1"/>
            <a:t>muy</a:t>
          </a:r>
          <a:r>
            <a:rPr lang="en-US" dirty="0"/>
            <a:t> </a:t>
          </a:r>
          <a:r>
            <a:rPr lang="en-US" dirty="0" err="1"/>
            <a:t>primitivos</a:t>
          </a:r>
          <a:endParaRPr lang="en-US" dirty="0"/>
        </a:p>
      </dgm:t>
    </dgm:pt>
    <dgm:pt modelId="{CC26C556-0B68-406D-96F1-92D183E3B431}" type="parTrans" cxnId="{C767D68F-98CB-496B-9221-08528459A642}">
      <dgm:prSet/>
      <dgm:spPr/>
      <dgm:t>
        <a:bodyPr/>
        <a:lstStyle/>
        <a:p>
          <a:endParaRPr lang="en-US"/>
        </a:p>
      </dgm:t>
    </dgm:pt>
    <dgm:pt modelId="{C9BDF09D-F5ED-47AE-BF37-7EF42BE72998}" type="sibTrans" cxnId="{C767D68F-98CB-496B-9221-08528459A642}">
      <dgm:prSet/>
      <dgm:spPr/>
      <dgm:t>
        <a:bodyPr/>
        <a:lstStyle/>
        <a:p>
          <a:endParaRPr lang="en-US"/>
        </a:p>
      </dgm:t>
    </dgm:pt>
    <dgm:pt modelId="{EF0C23AC-09B8-439A-966F-F486202387A1}">
      <dgm:prSet/>
      <dgm:spPr/>
      <dgm:t>
        <a:bodyPr/>
        <a:lstStyle/>
        <a:p>
          <a:r>
            <a:rPr lang="en-US" dirty="0" err="1"/>
            <a:t>Herramientas</a:t>
          </a:r>
          <a:r>
            <a:rPr lang="en-US" dirty="0"/>
            <a:t> </a:t>
          </a:r>
          <a:r>
            <a:rPr lang="en-US" dirty="0" err="1"/>
            <a:t>muy</a:t>
          </a:r>
          <a:r>
            <a:rPr lang="en-US" dirty="0"/>
            <a:t> </a:t>
          </a:r>
          <a:r>
            <a:rPr lang="en-US" dirty="0" err="1"/>
            <a:t>extendidas</a:t>
          </a:r>
          <a:r>
            <a:rPr lang="en-US" dirty="0"/>
            <a:t> entre </a:t>
          </a:r>
          <a:r>
            <a:rPr lang="en-US" dirty="0" err="1"/>
            <a:t>ciberdelincuentes</a:t>
          </a:r>
          <a:endParaRPr lang="en-US" dirty="0"/>
        </a:p>
      </dgm:t>
    </dgm:pt>
    <dgm:pt modelId="{CCC70722-D4A4-49D9-9364-559C8292EA4F}" type="parTrans" cxnId="{6D3D881D-5007-40E0-83DF-402479E0C3DC}">
      <dgm:prSet/>
      <dgm:spPr/>
      <dgm:t>
        <a:bodyPr/>
        <a:lstStyle/>
        <a:p>
          <a:endParaRPr lang="en-US"/>
        </a:p>
      </dgm:t>
    </dgm:pt>
    <dgm:pt modelId="{CD90A73B-13A9-43C1-96AA-2B075FB74088}" type="sibTrans" cxnId="{6D3D881D-5007-40E0-83DF-402479E0C3DC}">
      <dgm:prSet/>
      <dgm:spPr/>
      <dgm:t>
        <a:bodyPr/>
        <a:lstStyle/>
        <a:p>
          <a:endParaRPr lang="en-US"/>
        </a:p>
      </dgm:t>
    </dgm:pt>
    <dgm:pt modelId="{540CDFDB-2AF5-46AB-8F1D-4F3DA5EA8226}" type="pres">
      <dgm:prSet presAssocID="{7064B77F-BE57-4D67-B503-E24CDA17819B}" presName="vert0" presStyleCnt="0">
        <dgm:presLayoutVars>
          <dgm:dir/>
          <dgm:animOne val="branch"/>
          <dgm:animLvl val="lvl"/>
        </dgm:presLayoutVars>
      </dgm:prSet>
      <dgm:spPr/>
    </dgm:pt>
    <dgm:pt modelId="{4D436B98-4547-4B67-9558-B4FA0DE1972F}" type="pres">
      <dgm:prSet presAssocID="{A5942430-D38E-453D-94CE-F4B4DC9EBCF9}" presName="thickLine" presStyleLbl="alignNode1" presStyleIdx="0" presStyleCnt="3"/>
      <dgm:spPr/>
    </dgm:pt>
    <dgm:pt modelId="{37E3B128-0545-4739-A345-CDB565D7CE84}" type="pres">
      <dgm:prSet presAssocID="{A5942430-D38E-453D-94CE-F4B4DC9EBCF9}" presName="horz1" presStyleCnt="0"/>
      <dgm:spPr/>
    </dgm:pt>
    <dgm:pt modelId="{22757F19-A81A-4626-BD64-1D4B47507C12}" type="pres">
      <dgm:prSet presAssocID="{A5942430-D38E-453D-94CE-F4B4DC9EBCF9}" presName="tx1" presStyleLbl="revTx" presStyleIdx="0" presStyleCnt="3"/>
      <dgm:spPr/>
    </dgm:pt>
    <dgm:pt modelId="{D9C1D202-CB0E-4879-BC59-47BAE6BBC518}" type="pres">
      <dgm:prSet presAssocID="{A5942430-D38E-453D-94CE-F4B4DC9EBCF9}" presName="vert1" presStyleCnt="0"/>
      <dgm:spPr/>
    </dgm:pt>
    <dgm:pt modelId="{2C4FA78E-1831-4281-81F9-96DC02389C78}" type="pres">
      <dgm:prSet presAssocID="{E573DA84-50D0-432D-A22F-9FBCD3C2D930}" presName="thickLine" presStyleLbl="alignNode1" presStyleIdx="1" presStyleCnt="3"/>
      <dgm:spPr/>
    </dgm:pt>
    <dgm:pt modelId="{210A95EE-17B0-453B-9922-E880F17E69F8}" type="pres">
      <dgm:prSet presAssocID="{E573DA84-50D0-432D-A22F-9FBCD3C2D930}" presName="horz1" presStyleCnt="0"/>
      <dgm:spPr/>
    </dgm:pt>
    <dgm:pt modelId="{E5636409-76D9-4FC0-B83E-94D006E77036}" type="pres">
      <dgm:prSet presAssocID="{E573DA84-50D0-432D-A22F-9FBCD3C2D930}" presName="tx1" presStyleLbl="revTx" presStyleIdx="1" presStyleCnt="3"/>
      <dgm:spPr/>
    </dgm:pt>
    <dgm:pt modelId="{BD03629D-88FC-4FAE-B2AB-17DA7EC120E5}" type="pres">
      <dgm:prSet presAssocID="{E573DA84-50D0-432D-A22F-9FBCD3C2D930}" presName="vert1" presStyleCnt="0"/>
      <dgm:spPr/>
    </dgm:pt>
    <dgm:pt modelId="{7FCECD62-8481-4FE3-8373-76BCE3FB4159}" type="pres">
      <dgm:prSet presAssocID="{EF0C23AC-09B8-439A-966F-F486202387A1}" presName="thickLine" presStyleLbl="alignNode1" presStyleIdx="2" presStyleCnt="3"/>
      <dgm:spPr/>
    </dgm:pt>
    <dgm:pt modelId="{8E856920-8146-4E07-B7D6-EAF71CFFFBB2}" type="pres">
      <dgm:prSet presAssocID="{EF0C23AC-09B8-439A-966F-F486202387A1}" presName="horz1" presStyleCnt="0"/>
      <dgm:spPr/>
    </dgm:pt>
    <dgm:pt modelId="{EDCDF271-E8F1-4C46-B88E-CFA5498086D4}" type="pres">
      <dgm:prSet presAssocID="{EF0C23AC-09B8-439A-966F-F486202387A1}" presName="tx1" presStyleLbl="revTx" presStyleIdx="2" presStyleCnt="3"/>
      <dgm:spPr/>
    </dgm:pt>
    <dgm:pt modelId="{BC5BAA5A-E13A-40BA-B0C2-68A90E788E29}" type="pres">
      <dgm:prSet presAssocID="{EF0C23AC-09B8-439A-966F-F486202387A1}" presName="vert1" presStyleCnt="0"/>
      <dgm:spPr/>
    </dgm:pt>
  </dgm:ptLst>
  <dgm:cxnLst>
    <dgm:cxn modelId="{6D3D881D-5007-40E0-83DF-402479E0C3DC}" srcId="{7064B77F-BE57-4D67-B503-E24CDA17819B}" destId="{EF0C23AC-09B8-439A-966F-F486202387A1}" srcOrd="2" destOrd="0" parTransId="{CCC70722-D4A4-49D9-9364-559C8292EA4F}" sibTransId="{CD90A73B-13A9-43C1-96AA-2B075FB74088}"/>
    <dgm:cxn modelId="{3D44926E-27CB-456A-90A2-145B30F01934}" srcId="{7064B77F-BE57-4D67-B503-E24CDA17819B}" destId="{A5942430-D38E-453D-94CE-F4B4DC9EBCF9}" srcOrd="0" destOrd="0" parTransId="{4E7D5DA8-06F2-4EA9-9D5B-99A67C38C3AA}" sibTransId="{2A2E3588-5BFB-431A-8AD0-7E4CE78B5998}"/>
    <dgm:cxn modelId="{C767D68F-98CB-496B-9221-08528459A642}" srcId="{7064B77F-BE57-4D67-B503-E24CDA17819B}" destId="{E573DA84-50D0-432D-A22F-9FBCD3C2D930}" srcOrd="1" destOrd="0" parTransId="{CC26C556-0B68-406D-96F1-92D183E3B431}" sibTransId="{C9BDF09D-F5ED-47AE-BF37-7EF42BE72998}"/>
    <dgm:cxn modelId="{72722895-748F-464A-8D38-D642FBFE39BB}" type="presOf" srcId="{7064B77F-BE57-4D67-B503-E24CDA17819B}" destId="{540CDFDB-2AF5-46AB-8F1D-4F3DA5EA8226}" srcOrd="0" destOrd="0" presId="urn:microsoft.com/office/officeart/2008/layout/LinedList"/>
    <dgm:cxn modelId="{A903A6AE-0108-49DE-A7A1-ADB31907C100}" type="presOf" srcId="{EF0C23AC-09B8-439A-966F-F486202387A1}" destId="{EDCDF271-E8F1-4C46-B88E-CFA5498086D4}" srcOrd="0" destOrd="0" presId="urn:microsoft.com/office/officeart/2008/layout/LinedList"/>
    <dgm:cxn modelId="{89719BB4-A022-4644-8197-520421AEEDC1}" type="presOf" srcId="{E573DA84-50D0-432D-A22F-9FBCD3C2D930}" destId="{E5636409-76D9-4FC0-B83E-94D006E77036}" srcOrd="0" destOrd="0" presId="urn:microsoft.com/office/officeart/2008/layout/LinedList"/>
    <dgm:cxn modelId="{EBF26AD6-8AC8-42E4-90E2-3F3031836618}" type="presOf" srcId="{A5942430-D38E-453D-94CE-F4B4DC9EBCF9}" destId="{22757F19-A81A-4626-BD64-1D4B47507C12}" srcOrd="0" destOrd="0" presId="urn:microsoft.com/office/officeart/2008/layout/LinedList"/>
    <dgm:cxn modelId="{2E60DB98-AF08-45C9-8799-925DFF9F55B4}" type="presParOf" srcId="{540CDFDB-2AF5-46AB-8F1D-4F3DA5EA8226}" destId="{4D436B98-4547-4B67-9558-B4FA0DE1972F}" srcOrd="0" destOrd="0" presId="urn:microsoft.com/office/officeart/2008/layout/LinedList"/>
    <dgm:cxn modelId="{8567C8A4-BC67-4724-912F-28C29138BF0E}" type="presParOf" srcId="{540CDFDB-2AF5-46AB-8F1D-4F3DA5EA8226}" destId="{37E3B128-0545-4739-A345-CDB565D7CE84}" srcOrd="1" destOrd="0" presId="urn:microsoft.com/office/officeart/2008/layout/LinedList"/>
    <dgm:cxn modelId="{ECCD982E-34E9-41DD-BB9D-8C50266E284C}" type="presParOf" srcId="{37E3B128-0545-4739-A345-CDB565D7CE84}" destId="{22757F19-A81A-4626-BD64-1D4B47507C12}" srcOrd="0" destOrd="0" presId="urn:microsoft.com/office/officeart/2008/layout/LinedList"/>
    <dgm:cxn modelId="{9F9D5225-9B60-4408-8845-62A903247812}" type="presParOf" srcId="{37E3B128-0545-4739-A345-CDB565D7CE84}" destId="{D9C1D202-CB0E-4879-BC59-47BAE6BBC518}" srcOrd="1" destOrd="0" presId="urn:microsoft.com/office/officeart/2008/layout/LinedList"/>
    <dgm:cxn modelId="{97E03CB0-D52A-49C5-9BF1-8D9B17D652C4}" type="presParOf" srcId="{540CDFDB-2AF5-46AB-8F1D-4F3DA5EA8226}" destId="{2C4FA78E-1831-4281-81F9-96DC02389C78}" srcOrd="2" destOrd="0" presId="urn:microsoft.com/office/officeart/2008/layout/LinedList"/>
    <dgm:cxn modelId="{93863AA3-D7FF-4365-BD4B-C51E33F80921}" type="presParOf" srcId="{540CDFDB-2AF5-46AB-8F1D-4F3DA5EA8226}" destId="{210A95EE-17B0-453B-9922-E880F17E69F8}" srcOrd="3" destOrd="0" presId="urn:microsoft.com/office/officeart/2008/layout/LinedList"/>
    <dgm:cxn modelId="{A7814830-2914-4A7A-9978-C1844D620593}" type="presParOf" srcId="{210A95EE-17B0-453B-9922-E880F17E69F8}" destId="{E5636409-76D9-4FC0-B83E-94D006E77036}" srcOrd="0" destOrd="0" presId="urn:microsoft.com/office/officeart/2008/layout/LinedList"/>
    <dgm:cxn modelId="{907352FF-4DDB-4391-B876-262380E3D937}" type="presParOf" srcId="{210A95EE-17B0-453B-9922-E880F17E69F8}" destId="{BD03629D-88FC-4FAE-B2AB-17DA7EC120E5}" srcOrd="1" destOrd="0" presId="urn:microsoft.com/office/officeart/2008/layout/LinedList"/>
    <dgm:cxn modelId="{E6F11917-F0C3-4C5A-A04A-0D1A9BE0E82F}" type="presParOf" srcId="{540CDFDB-2AF5-46AB-8F1D-4F3DA5EA8226}" destId="{7FCECD62-8481-4FE3-8373-76BCE3FB4159}" srcOrd="4" destOrd="0" presId="urn:microsoft.com/office/officeart/2008/layout/LinedList"/>
    <dgm:cxn modelId="{03F46BCE-9B6E-41E3-9444-3F3720D873BF}" type="presParOf" srcId="{540CDFDB-2AF5-46AB-8F1D-4F3DA5EA8226}" destId="{8E856920-8146-4E07-B7D6-EAF71CFFFBB2}" srcOrd="5" destOrd="0" presId="urn:microsoft.com/office/officeart/2008/layout/LinedList"/>
    <dgm:cxn modelId="{3E85E6C1-5A63-4617-9C04-8E7DCFC59713}" type="presParOf" srcId="{8E856920-8146-4E07-B7D6-EAF71CFFFBB2}" destId="{EDCDF271-E8F1-4C46-B88E-CFA5498086D4}" srcOrd="0" destOrd="0" presId="urn:microsoft.com/office/officeart/2008/layout/LinedList"/>
    <dgm:cxn modelId="{FB25ACD7-3056-4ED8-91CF-38F45A073134}" type="presParOf" srcId="{8E856920-8146-4E07-B7D6-EAF71CFFFBB2}" destId="{BC5BAA5A-E13A-40BA-B0C2-68A90E788E2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7064B77F-BE57-4D67-B503-E24CDA17819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942430-D38E-453D-94CE-F4B4DC9EBCF9}">
      <dgm:prSet/>
      <dgm:spPr/>
      <dgm:t>
        <a:bodyPr/>
        <a:lstStyle/>
        <a:p>
          <a:r>
            <a:rPr lang="en-US" dirty="0"/>
            <a:t>Robo de </a:t>
          </a:r>
          <a:r>
            <a:rPr lang="en-US" dirty="0" err="1"/>
            <a:t>credenciales</a:t>
          </a:r>
          <a:r>
            <a:rPr lang="en-US" dirty="0"/>
            <a:t> cloud</a:t>
          </a:r>
        </a:p>
      </dgm:t>
    </dgm:pt>
    <dgm:pt modelId="{4E7D5DA8-06F2-4EA9-9D5B-99A67C38C3AA}" type="parTrans" cxnId="{3D44926E-27CB-456A-90A2-145B30F01934}">
      <dgm:prSet/>
      <dgm:spPr/>
      <dgm:t>
        <a:bodyPr/>
        <a:lstStyle/>
        <a:p>
          <a:endParaRPr lang="en-US"/>
        </a:p>
      </dgm:t>
    </dgm:pt>
    <dgm:pt modelId="{2A2E3588-5BFB-431A-8AD0-7E4CE78B5998}" type="sibTrans" cxnId="{3D44926E-27CB-456A-90A2-145B30F01934}">
      <dgm:prSet/>
      <dgm:spPr/>
      <dgm:t>
        <a:bodyPr/>
        <a:lstStyle/>
        <a:p>
          <a:endParaRPr lang="en-US"/>
        </a:p>
      </dgm:t>
    </dgm:pt>
    <dgm:pt modelId="{E573DA84-50D0-432D-A22F-9FBCD3C2D930}">
      <dgm:prSet/>
      <dgm:spPr/>
      <dgm:t>
        <a:bodyPr/>
        <a:lstStyle/>
        <a:p>
          <a:r>
            <a:rPr lang="en-US" dirty="0" err="1"/>
            <a:t>Reducción</a:t>
          </a:r>
          <a:r>
            <a:rPr lang="en-US" dirty="0"/>
            <a:t> del </a:t>
          </a:r>
          <a:r>
            <a:rPr lang="en-US" dirty="0" err="1"/>
            <a:t>tamaño</a:t>
          </a:r>
          <a:r>
            <a:rPr lang="en-US" dirty="0"/>
            <a:t> del </a:t>
          </a:r>
          <a:r>
            <a:rPr lang="en-US" dirty="0" err="1"/>
            <a:t>ejecutable</a:t>
          </a:r>
          <a:r>
            <a:rPr lang="en-US" dirty="0"/>
            <a:t> (</a:t>
          </a:r>
          <a:r>
            <a:rPr lang="en-US" dirty="0" err="1"/>
            <a:t>BoF</a:t>
          </a:r>
          <a:r>
            <a:rPr lang="en-US" dirty="0"/>
            <a:t>/Inline)</a:t>
          </a:r>
        </a:p>
      </dgm:t>
    </dgm:pt>
    <dgm:pt modelId="{CC26C556-0B68-406D-96F1-92D183E3B431}" type="parTrans" cxnId="{C767D68F-98CB-496B-9221-08528459A642}">
      <dgm:prSet/>
      <dgm:spPr/>
      <dgm:t>
        <a:bodyPr/>
        <a:lstStyle/>
        <a:p>
          <a:endParaRPr lang="en-US"/>
        </a:p>
      </dgm:t>
    </dgm:pt>
    <dgm:pt modelId="{C9BDF09D-F5ED-47AE-BF37-7EF42BE72998}" type="sibTrans" cxnId="{C767D68F-98CB-496B-9221-08528459A642}">
      <dgm:prSet/>
      <dgm:spPr/>
      <dgm:t>
        <a:bodyPr/>
        <a:lstStyle/>
        <a:p>
          <a:endParaRPr lang="en-US"/>
        </a:p>
      </dgm:t>
    </dgm:pt>
    <dgm:pt modelId="{EF0C23AC-09B8-439A-966F-F486202387A1}">
      <dgm:prSet/>
      <dgm:spPr/>
      <dgm:t>
        <a:bodyPr/>
        <a:lstStyle/>
        <a:p>
          <a:r>
            <a:rPr lang="en-US" dirty="0" err="1"/>
            <a:t>Estudio</a:t>
          </a:r>
          <a:r>
            <a:rPr lang="en-US" dirty="0"/>
            <a:t> de </a:t>
          </a:r>
          <a:r>
            <a:rPr lang="en-US" dirty="0" err="1"/>
            <a:t>efectos</a:t>
          </a:r>
          <a:r>
            <a:rPr lang="en-US" dirty="0"/>
            <a:t> del </a:t>
          </a:r>
          <a:r>
            <a:rPr lang="en-US" dirty="0" err="1"/>
            <a:t>lenguaje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la </a:t>
          </a:r>
          <a:r>
            <a:rPr lang="en-US" dirty="0" err="1"/>
            <a:t>detección</a:t>
          </a:r>
          <a:endParaRPr lang="en-US" dirty="0"/>
        </a:p>
      </dgm:t>
    </dgm:pt>
    <dgm:pt modelId="{CCC70722-D4A4-49D9-9364-559C8292EA4F}" type="parTrans" cxnId="{6D3D881D-5007-40E0-83DF-402479E0C3DC}">
      <dgm:prSet/>
      <dgm:spPr/>
      <dgm:t>
        <a:bodyPr/>
        <a:lstStyle/>
        <a:p>
          <a:endParaRPr lang="en-US"/>
        </a:p>
      </dgm:t>
    </dgm:pt>
    <dgm:pt modelId="{CD90A73B-13A9-43C1-96AA-2B075FB74088}" type="sibTrans" cxnId="{6D3D881D-5007-40E0-83DF-402479E0C3DC}">
      <dgm:prSet/>
      <dgm:spPr/>
      <dgm:t>
        <a:bodyPr/>
        <a:lstStyle/>
        <a:p>
          <a:endParaRPr lang="en-US"/>
        </a:p>
      </dgm:t>
    </dgm:pt>
    <dgm:pt modelId="{B7E6B643-DF4E-42EF-9669-95A1116394EA}">
      <dgm:prSet/>
      <dgm:spPr/>
      <dgm:t>
        <a:bodyPr/>
        <a:lstStyle/>
        <a:p>
          <a:r>
            <a:rPr lang="en-US" dirty="0" err="1"/>
            <a:t>Adaptación</a:t>
          </a:r>
          <a:r>
            <a:rPr lang="en-US" dirty="0"/>
            <a:t> a </a:t>
          </a:r>
          <a:r>
            <a:rPr lang="en-US" dirty="0" err="1"/>
            <a:t>nuevas</a:t>
          </a:r>
          <a:r>
            <a:rPr lang="en-US" dirty="0"/>
            <a:t> </a:t>
          </a:r>
          <a:r>
            <a:rPr lang="en-US" dirty="0" err="1"/>
            <a:t>plataformas</a:t>
          </a:r>
          <a:endParaRPr lang="en-US" dirty="0"/>
        </a:p>
      </dgm:t>
    </dgm:pt>
    <dgm:pt modelId="{42D4D183-7A07-462B-8605-AE4A71079103}" type="parTrans" cxnId="{260C5DC9-543C-49C7-A1D6-06A24EDE3C99}">
      <dgm:prSet/>
      <dgm:spPr/>
      <dgm:t>
        <a:bodyPr/>
        <a:lstStyle/>
        <a:p>
          <a:endParaRPr lang="en-US"/>
        </a:p>
      </dgm:t>
    </dgm:pt>
    <dgm:pt modelId="{AD14A0FD-002E-4C89-AA16-69EF54EFBC78}" type="sibTrans" cxnId="{260C5DC9-543C-49C7-A1D6-06A24EDE3C99}">
      <dgm:prSet/>
      <dgm:spPr/>
      <dgm:t>
        <a:bodyPr/>
        <a:lstStyle/>
        <a:p>
          <a:endParaRPr lang="en-US"/>
        </a:p>
      </dgm:t>
    </dgm:pt>
    <dgm:pt modelId="{8453BC93-59CD-41AF-9BFC-12C161EE29ED}">
      <dgm:prSet/>
      <dgm:spPr/>
      <dgm:t>
        <a:bodyPr/>
        <a:lstStyle/>
        <a:p>
          <a:r>
            <a:rPr lang="en-US" dirty="0"/>
            <a:t>Chrome App Bound Encryption bypass</a:t>
          </a:r>
        </a:p>
      </dgm:t>
    </dgm:pt>
    <dgm:pt modelId="{9E3DB68E-BD81-40FA-936E-9B5A790681C2}" type="parTrans" cxnId="{BFFC1EF5-B83E-4300-97A4-F2ABE2319802}">
      <dgm:prSet/>
      <dgm:spPr/>
      <dgm:t>
        <a:bodyPr/>
        <a:lstStyle/>
        <a:p>
          <a:endParaRPr lang="es-ES"/>
        </a:p>
      </dgm:t>
    </dgm:pt>
    <dgm:pt modelId="{6C02CF42-6C5D-4071-9B3A-C1ECAEE36F76}" type="sibTrans" cxnId="{BFFC1EF5-B83E-4300-97A4-F2ABE2319802}">
      <dgm:prSet/>
      <dgm:spPr/>
      <dgm:t>
        <a:bodyPr/>
        <a:lstStyle/>
        <a:p>
          <a:endParaRPr lang="es-ES"/>
        </a:p>
      </dgm:t>
    </dgm:pt>
    <dgm:pt modelId="{540CDFDB-2AF5-46AB-8F1D-4F3DA5EA8226}" type="pres">
      <dgm:prSet presAssocID="{7064B77F-BE57-4D67-B503-E24CDA17819B}" presName="vert0" presStyleCnt="0">
        <dgm:presLayoutVars>
          <dgm:dir/>
          <dgm:animOne val="branch"/>
          <dgm:animLvl val="lvl"/>
        </dgm:presLayoutVars>
      </dgm:prSet>
      <dgm:spPr/>
    </dgm:pt>
    <dgm:pt modelId="{4D436B98-4547-4B67-9558-B4FA0DE1972F}" type="pres">
      <dgm:prSet presAssocID="{A5942430-D38E-453D-94CE-F4B4DC9EBCF9}" presName="thickLine" presStyleLbl="alignNode1" presStyleIdx="0" presStyleCnt="5"/>
      <dgm:spPr/>
    </dgm:pt>
    <dgm:pt modelId="{37E3B128-0545-4739-A345-CDB565D7CE84}" type="pres">
      <dgm:prSet presAssocID="{A5942430-D38E-453D-94CE-F4B4DC9EBCF9}" presName="horz1" presStyleCnt="0"/>
      <dgm:spPr/>
    </dgm:pt>
    <dgm:pt modelId="{22757F19-A81A-4626-BD64-1D4B47507C12}" type="pres">
      <dgm:prSet presAssocID="{A5942430-D38E-453D-94CE-F4B4DC9EBCF9}" presName="tx1" presStyleLbl="revTx" presStyleIdx="0" presStyleCnt="5"/>
      <dgm:spPr/>
    </dgm:pt>
    <dgm:pt modelId="{D9C1D202-CB0E-4879-BC59-47BAE6BBC518}" type="pres">
      <dgm:prSet presAssocID="{A5942430-D38E-453D-94CE-F4B4DC9EBCF9}" presName="vert1" presStyleCnt="0"/>
      <dgm:spPr/>
    </dgm:pt>
    <dgm:pt modelId="{2C4FA78E-1831-4281-81F9-96DC02389C78}" type="pres">
      <dgm:prSet presAssocID="{E573DA84-50D0-432D-A22F-9FBCD3C2D930}" presName="thickLine" presStyleLbl="alignNode1" presStyleIdx="1" presStyleCnt="5"/>
      <dgm:spPr/>
    </dgm:pt>
    <dgm:pt modelId="{210A95EE-17B0-453B-9922-E880F17E69F8}" type="pres">
      <dgm:prSet presAssocID="{E573DA84-50D0-432D-A22F-9FBCD3C2D930}" presName="horz1" presStyleCnt="0"/>
      <dgm:spPr/>
    </dgm:pt>
    <dgm:pt modelId="{E5636409-76D9-4FC0-B83E-94D006E77036}" type="pres">
      <dgm:prSet presAssocID="{E573DA84-50D0-432D-A22F-9FBCD3C2D930}" presName="tx1" presStyleLbl="revTx" presStyleIdx="1" presStyleCnt="5"/>
      <dgm:spPr/>
    </dgm:pt>
    <dgm:pt modelId="{BD03629D-88FC-4FAE-B2AB-17DA7EC120E5}" type="pres">
      <dgm:prSet presAssocID="{E573DA84-50D0-432D-A22F-9FBCD3C2D930}" presName="vert1" presStyleCnt="0"/>
      <dgm:spPr/>
    </dgm:pt>
    <dgm:pt modelId="{7FCECD62-8481-4FE3-8373-76BCE3FB4159}" type="pres">
      <dgm:prSet presAssocID="{EF0C23AC-09B8-439A-966F-F486202387A1}" presName="thickLine" presStyleLbl="alignNode1" presStyleIdx="2" presStyleCnt="5"/>
      <dgm:spPr/>
    </dgm:pt>
    <dgm:pt modelId="{8E856920-8146-4E07-B7D6-EAF71CFFFBB2}" type="pres">
      <dgm:prSet presAssocID="{EF0C23AC-09B8-439A-966F-F486202387A1}" presName="horz1" presStyleCnt="0"/>
      <dgm:spPr/>
    </dgm:pt>
    <dgm:pt modelId="{EDCDF271-E8F1-4C46-B88E-CFA5498086D4}" type="pres">
      <dgm:prSet presAssocID="{EF0C23AC-09B8-439A-966F-F486202387A1}" presName="tx1" presStyleLbl="revTx" presStyleIdx="2" presStyleCnt="5"/>
      <dgm:spPr/>
    </dgm:pt>
    <dgm:pt modelId="{BC5BAA5A-E13A-40BA-B0C2-68A90E788E29}" type="pres">
      <dgm:prSet presAssocID="{EF0C23AC-09B8-439A-966F-F486202387A1}" presName="vert1" presStyleCnt="0"/>
      <dgm:spPr/>
    </dgm:pt>
    <dgm:pt modelId="{7DC53A70-80D3-4E4B-960E-28A5A99E28C2}" type="pres">
      <dgm:prSet presAssocID="{B7E6B643-DF4E-42EF-9669-95A1116394EA}" presName="thickLine" presStyleLbl="alignNode1" presStyleIdx="3" presStyleCnt="5"/>
      <dgm:spPr/>
    </dgm:pt>
    <dgm:pt modelId="{FCF75FF7-7D3B-4BE5-AC0D-389FD954907A}" type="pres">
      <dgm:prSet presAssocID="{B7E6B643-DF4E-42EF-9669-95A1116394EA}" presName="horz1" presStyleCnt="0"/>
      <dgm:spPr/>
    </dgm:pt>
    <dgm:pt modelId="{A596123D-3685-4CB3-800C-B0DC29416DEB}" type="pres">
      <dgm:prSet presAssocID="{B7E6B643-DF4E-42EF-9669-95A1116394EA}" presName="tx1" presStyleLbl="revTx" presStyleIdx="3" presStyleCnt="5"/>
      <dgm:spPr/>
    </dgm:pt>
    <dgm:pt modelId="{4921BF87-7EBF-40A4-80EF-D5AC06BF2B6A}" type="pres">
      <dgm:prSet presAssocID="{B7E6B643-DF4E-42EF-9669-95A1116394EA}" presName="vert1" presStyleCnt="0"/>
      <dgm:spPr/>
    </dgm:pt>
    <dgm:pt modelId="{4DE393A1-CA89-443D-8EDD-2B6B03E40260}" type="pres">
      <dgm:prSet presAssocID="{8453BC93-59CD-41AF-9BFC-12C161EE29ED}" presName="thickLine" presStyleLbl="alignNode1" presStyleIdx="4" presStyleCnt="5"/>
      <dgm:spPr/>
    </dgm:pt>
    <dgm:pt modelId="{C3C7C284-2563-47E4-85F5-03D61DF77A0A}" type="pres">
      <dgm:prSet presAssocID="{8453BC93-59CD-41AF-9BFC-12C161EE29ED}" presName="horz1" presStyleCnt="0"/>
      <dgm:spPr/>
    </dgm:pt>
    <dgm:pt modelId="{628DC241-FDA9-4035-A257-98D28170512B}" type="pres">
      <dgm:prSet presAssocID="{8453BC93-59CD-41AF-9BFC-12C161EE29ED}" presName="tx1" presStyleLbl="revTx" presStyleIdx="4" presStyleCnt="5"/>
      <dgm:spPr/>
    </dgm:pt>
    <dgm:pt modelId="{F00C8ED8-C87A-4DB6-87B9-F318B2CB7368}" type="pres">
      <dgm:prSet presAssocID="{8453BC93-59CD-41AF-9BFC-12C161EE29ED}" presName="vert1" presStyleCnt="0"/>
      <dgm:spPr/>
    </dgm:pt>
  </dgm:ptLst>
  <dgm:cxnLst>
    <dgm:cxn modelId="{6D3D881D-5007-40E0-83DF-402479E0C3DC}" srcId="{7064B77F-BE57-4D67-B503-E24CDA17819B}" destId="{EF0C23AC-09B8-439A-966F-F486202387A1}" srcOrd="2" destOrd="0" parTransId="{CCC70722-D4A4-49D9-9364-559C8292EA4F}" sibTransId="{CD90A73B-13A9-43C1-96AA-2B075FB74088}"/>
    <dgm:cxn modelId="{2FC3906A-61BF-4F7B-BA7D-7918A1A88824}" type="presOf" srcId="{B7E6B643-DF4E-42EF-9669-95A1116394EA}" destId="{A596123D-3685-4CB3-800C-B0DC29416DEB}" srcOrd="0" destOrd="0" presId="urn:microsoft.com/office/officeart/2008/layout/LinedList"/>
    <dgm:cxn modelId="{3D44926E-27CB-456A-90A2-145B30F01934}" srcId="{7064B77F-BE57-4D67-B503-E24CDA17819B}" destId="{A5942430-D38E-453D-94CE-F4B4DC9EBCF9}" srcOrd="0" destOrd="0" parTransId="{4E7D5DA8-06F2-4EA9-9D5B-99A67C38C3AA}" sibTransId="{2A2E3588-5BFB-431A-8AD0-7E4CE78B5998}"/>
    <dgm:cxn modelId="{C767D68F-98CB-496B-9221-08528459A642}" srcId="{7064B77F-BE57-4D67-B503-E24CDA17819B}" destId="{E573DA84-50D0-432D-A22F-9FBCD3C2D930}" srcOrd="1" destOrd="0" parTransId="{CC26C556-0B68-406D-96F1-92D183E3B431}" sibTransId="{C9BDF09D-F5ED-47AE-BF37-7EF42BE72998}"/>
    <dgm:cxn modelId="{72722895-748F-464A-8D38-D642FBFE39BB}" type="presOf" srcId="{7064B77F-BE57-4D67-B503-E24CDA17819B}" destId="{540CDFDB-2AF5-46AB-8F1D-4F3DA5EA8226}" srcOrd="0" destOrd="0" presId="urn:microsoft.com/office/officeart/2008/layout/LinedList"/>
    <dgm:cxn modelId="{4387F69A-0493-422A-8746-85BFD78745BE}" type="presOf" srcId="{8453BC93-59CD-41AF-9BFC-12C161EE29ED}" destId="{628DC241-FDA9-4035-A257-98D28170512B}" srcOrd="0" destOrd="0" presId="urn:microsoft.com/office/officeart/2008/layout/LinedList"/>
    <dgm:cxn modelId="{A903A6AE-0108-49DE-A7A1-ADB31907C100}" type="presOf" srcId="{EF0C23AC-09B8-439A-966F-F486202387A1}" destId="{EDCDF271-E8F1-4C46-B88E-CFA5498086D4}" srcOrd="0" destOrd="0" presId="urn:microsoft.com/office/officeart/2008/layout/LinedList"/>
    <dgm:cxn modelId="{89719BB4-A022-4644-8197-520421AEEDC1}" type="presOf" srcId="{E573DA84-50D0-432D-A22F-9FBCD3C2D930}" destId="{E5636409-76D9-4FC0-B83E-94D006E77036}" srcOrd="0" destOrd="0" presId="urn:microsoft.com/office/officeart/2008/layout/LinedList"/>
    <dgm:cxn modelId="{260C5DC9-543C-49C7-A1D6-06A24EDE3C99}" srcId="{7064B77F-BE57-4D67-B503-E24CDA17819B}" destId="{B7E6B643-DF4E-42EF-9669-95A1116394EA}" srcOrd="3" destOrd="0" parTransId="{42D4D183-7A07-462B-8605-AE4A71079103}" sibTransId="{AD14A0FD-002E-4C89-AA16-69EF54EFBC78}"/>
    <dgm:cxn modelId="{EBF26AD6-8AC8-42E4-90E2-3F3031836618}" type="presOf" srcId="{A5942430-D38E-453D-94CE-F4B4DC9EBCF9}" destId="{22757F19-A81A-4626-BD64-1D4B47507C12}" srcOrd="0" destOrd="0" presId="urn:microsoft.com/office/officeart/2008/layout/LinedList"/>
    <dgm:cxn modelId="{BFFC1EF5-B83E-4300-97A4-F2ABE2319802}" srcId="{7064B77F-BE57-4D67-B503-E24CDA17819B}" destId="{8453BC93-59CD-41AF-9BFC-12C161EE29ED}" srcOrd="4" destOrd="0" parTransId="{9E3DB68E-BD81-40FA-936E-9B5A790681C2}" sibTransId="{6C02CF42-6C5D-4071-9B3A-C1ECAEE36F76}"/>
    <dgm:cxn modelId="{2E60DB98-AF08-45C9-8799-925DFF9F55B4}" type="presParOf" srcId="{540CDFDB-2AF5-46AB-8F1D-4F3DA5EA8226}" destId="{4D436B98-4547-4B67-9558-B4FA0DE1972F}" srcOrd="0" destOrd="0" presId="urn:microsoft.com/office/officeart/2008/layout/LinedList"/>
    <dgm:cxn modelId="{8567C8A4-BC67-4724-912F-28C29138BF0E}" type="presParOf" srcId="{540CDFDB-2AF5-46AB-8F1D-4F3DA5EA8226}" destId="{37E3B128-0545-4739-A345-CDB565D7CE84}" srcOrd="1" destOrd="0" presId="urn:microsoft.com/office/officeart/2008/layout/LinedList"/>
    <dgm:cxn modelId="{ECCD982E-34E9-41DD-BB9D-8C50266E284C}" type="presParOf" srcId="{37E3B128-0545-4739-A345-CDB565D7CE84}" destId="{22757F19-A81A-4626-BD64-1D4B47507C12}" srcOrd="0" destOrd="0" presId="urn:microsoft.com/office/officeart/2008/layout/LinedList"/>
    <dgm:cxn modelId="{9F9D5225-9B60-4408-8845-62A903247812}" type="presParOf" srcId="{37E3B128-0545-4739-A345-CDB565D7CE84}" destId="{D9C1D202-CB0E-4879-BC59-47BAE6BBC518}" srcOrd="1" destOrd="0" presId="urn:microsoft.com/office/officeart/2008/layout/LinedList"/>
    <dgm:cxn modelId="{97E03CB0-D52A-49C5-9BF1-8D9B17D652C4}" type="presParOf" srcId="{540CDFDB-2AF5-46AB-8F1D-4F3DA5EA8226}" destId="{2C4FA78E-1831-4281-81F9-96DC02389C78}" srcOrd="2" destOrd="0" presId="urn:microsoft.com/office/officeart/2008/layout/LinedList"/>
    <dgm:cxn modelId="{93863AA3-D7FF-4365-BD4B-C51E33F80921}" type="presParOf" srcId="{540CDFDB-2AF5-46AB-8F1D-4F3DA5EA8226}" destId="{210A95EE-17B0-453B-9922-E880F17E69F8}" srcOrd="3" destOrd="0" presId="urn:microsoft.com/office/officeart/2008/layout/LinedList"/>
    <dgm:cxn modelId="{A7814830-2914-4A7A-9978-C1844D620593}" type="presParOf" srcId="{210A95EE-17B0-453B-9922-E880F17E69F8}" destId="{E5636409-76D9-4FC0-B83E-94D006E77036}" srcOrd="0" destOrd="0" presId="urn:microsoft.com/office/officeart/2008/layout/LinedList"/>
    <dgm:cxn modelId="{907352FF-4DDB-4391-B876-262380E3D937}" type="presParOf" srcId="{210A95EE-17B0-453B-9922-E880F17E69F8}" destId="{BD03629D-88FC-4FAE-B2AB-17DA7EC120E5}" srcOrd="1" destOrd="0" presId="urn:microsoft.com/office/officeart/2008/layout/LinedList"/>
    <dgm:cxn modelId="{E6F11917-F0C3-4C5A-A04A-0D1A9BE0E82F}" type="presParOf" srcId="{540CDFDB-2AF5-46AB-8F1D-4F3DA5EA8226}" destId="{7FCECD62-8481-4FE3-8373-76BCE3FB4159}" srcOrd="4" destOrd="0" presId="urn:microsoft.com/office/officeart/2008/layout/LinedList"/>
    <dgm:cxn modelId="{03F46BCE-9B6E-41E3-9444-3F3720D873BF}" type="presParOf" srcId="{540CDFDB-2AF5-46AB-8F1D-4F3DA5EA8226}" destId="{8E856920-8146-4E07-B7D6-EAF71CFFFBB2}" srcOrd="5" destOrd="0" presId="urn:microsoft.com/office/officeart/2008/layout/LinedList"/>
    <dgm:cxn modelId="{3E85E6C1-5A63-4617-9C04-8E7DCFC59713}" type="presParOf" srcId="{8E856920-8146-4E07-B7D6-EAF71CFFFBB2}" destId="{EDCDF271-E8F1-4C46-B88E-CFA5498086D4}" srcOrd="0" destOrd="0" presId="urn:microsoft.com/office/officeart/2008/layout/LinedList"/>
    <dgm:cxn modelId="{FB25ACD7-3056-4ED8-91CF-38F45A073134}" type="presParOf" srcId="{8E856920-8146-4E07-B7D6-EAF71CFFFBB2}" destId="{BC5BAA5A-E13A-40BA-B0C2-68A90E788E29}" srcOrd="1" destOrd="0" presId="urn:microsoft.com/office/officeart/2008/layout/LinedList"/>
    <dgm:cxn modelId="{72B6DA72-5FA9-415C-B949-A0416C18DCBF}" type="presParOf" srcId="{540CDFDB-2AF5-46AB-8F1D-4F3DA5EA8226}" destId="{7DC53A70-80D3-4E4B-960E-28A5A99E28C2}" srcOrd="6" destOrd="0" presId="urn:microsoft.com/office/officeart/2008/layout/LinedList"/>
    <dgm:cxn modelId="{88F55494-876B-465A-B7B2-14ACD3C83650}" type="presParOf" srcId="{540CDFDB-2AF5-46AB-8F1D-4F3DA5EA8226}" destId="{FCF75FF7-7D3B-4BE5-AC0D-389FD954907A}" srcOrd="7" destOrd="0" presId="urn:microsoft.com/office/officeart/2008/layout/LinedList"/>
    <dgm:cxn modelId="{4996096D-928E-4AF1-AAFB-817E186AE396}" type="presParOf" srcId="{FCF75FF7-7D3B-4BE5-AC0D-389FD954907A}" destId="{A596123D-3685-4CB3-800C-B0DC29416DEB}" srcOrd="0" destOrd="0" presId="urn:microsoft.com/office/officeart/2008/layout/LinedList"/>
    <dgm:cxn modelId="{78DA3411-E46F-4B44-89E2-8DAB9603F68E}" type="presParOf" srcId="{FCF75FF7-7D3B-4BE5-AC0D-389FD954907A}" destId="{4921BF87-7EBF-40A4-80EF-D5AC06BF2B6A}" srcOrd="1" destOrd="0" presId="urn:microsoft.com/office/officeart/2008/layout/LinedList"/>
    <dgm:cxn modelId="{041A2F6A-E1AB-4D69-A018-548876D8C787}" type="presParOf" srcId="{540CDFDB-2AF5-46AB-8F1D-4F3DA5EA8226}" destId="{4DE393A1-CA89-443D-8EDD-2B6B03E40260}" srcOrd="8" destOrd="0" presId="urn:microsoft.com/office/officeart/2008/layout/LinedList"/>
    <dgm:cxn modelId="{32B57888-37C0-4928-9FE8-104190DEFC92}" type="presParOf" srcId="{540CDFDB-2AF5-46AB-8F1D-4F3DA5EA8226}" destId="{C3C7C284-2563-47E4-85F5-03D61DF77A0A}" srcOrd="9" destOrd="0" presId="urn:microsoft.com/office/officeart/2008/layout/LinedList"/>
    <dgm:cxn modelId="{77807333-6561-45D0-A71A-80FF7EACEC1E}" type="presParOf" srcId="{C3C7C284-2563-47E4-85F5-03D61DF77A0A}" destId="{628DC241-FDA9-4035-A257-98D28170512B}" srcOrd="0" destOrd="0" presId="urn:microsoft.com/office/officeart/2008/layout/LinedList"/>
    <dgm:cxn modelId="{B1A05B2B-7DBE-4C73-BB70-424443301F27}" type="presParOf" srcId="{C3C7C284-2563-47E4-85F5-03D61DF77A0A}" destId="{F00C8ED8-C87A-4DB6-87B9-F318B2CB736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02F8DF-B8F3-4D8F-8DFF-FDF61E3D320B}">
      <dsp:nvSpPr>
        <dsp:cNvPr id="0" name=""/>
        <dsp:cNvSpPr/>
      </dsp:nvSpPr>
      <dsp:spPr>
        <a:xfrm>
          <a:off x="840024" y="13420"/>
          <a:ext cx="1852875" cy="1852875"/>
        </a:xfrm>
        <a:prstGeom prst="ellipse">
          <a:avLst/>
        </a:prstGeom>
        <a:solidFill>
          <a:srgbClr val="26262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78A5B-584D-481C-A92B-784B8F71113B}">
      <dsp:nvSpPr>
        <dsp:cNvPr id="0" name=""/>
        <dsp:cNvSpPr/>
      </dsp:nvSpPr>
      <dsp:spPr>
        <a:xfrm>
          <a:off x="1234899" y="408295"/>
          <a:ext cx="1063125" cy="1063125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A00CA-E8C8-45CA-8AAF-9D33CCFEC209}">
      <dsp:nvSpPr>
        <dsp:cNvPr id="0" name=""/>
        <dsp:cNvSpPr/>
      </dsp:nvSpPr>
      <dsp:spPr>
        <a:xfrm>
          <a:off x="247711" y="2443421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500" kern="1200" dirty="0"/>
            <a:t>Trabajo de fin de grado</a:t>
          </a:r>
          <a:endParaRPr lang="en-US" sz="2500" kern="1200" dirty="0"/>
        </a:p>
      </dsp:txBody>
      <dsp:txXfrm>
        <a:off x="247711" y="2443421"/>
        <a:ext cx="3037500" cy="720000"/>
      </dsp:txXfrm>
    </dsp:sp>
    <dsp:sp modelId="{E4B4F2C3-399C-4986-9EC0-5B579593001E}">
      <dsp:nvSpPr>
        <dsp:cNvPr id="0" name=""/>
        <dsp:cNvSpPr/>
      </dsp:nvSpPr>
      <dsp:spPr>
        <a:xfrm>
          <a:off x="4409086" y="13420"/>
          <a:ext cx="1852875" cy="1852875"/>
        </a:xfrm>
        <a:prstGeom prst="ellipse">
          <a:avLst/>
        </a:prstGeom>
        <a:solidFill>
          <a:srgbClr val="26262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67684-4C75-4838-8E46-CDBD6AA6208C}">
      <dsp:nvSpPr>
        <dsp:cNvPr id="0" name=""/>
        <dsp:cNvSpPr/>
      </dsp:nvSpPr>
      <dsp:spPr>
        <a:xfrm>
          <a:off x="4803961" y="408295"/>
          <a:ext cx="1063125" cy="1063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D98DF-46DC-4D3C-A88E-68366B4CB5D3}">
      <dsp:nvSpPr>
        <dsp:cNvPr id="0" name=""/>
        <dsp:cNvSpPr/>
      </dsp:nvSpPr>
      <dsp:spPr>
        <a:xfrm>
          <a:off x="3816774" y="2443421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500" kern="1200"/>
            <a:t>Colaboración con la empresa</a:t>
          </a:r>
          <a:endParaRPr lang="en-US" sz="2500" kern="1200"/>
        </a:p>
      </dsp:txBody>
      <dsp:txXfrm>
        <a:off x="3816774" y="2443421"/>
        <a:ext cx="3037500" cy="720000"/>
      </dsp:txXfrm>
    </dsp:sp>
    <dsp:sp modelId="{6E6623E3-BA54-414A-9DA5-889D207A0EDB}">
      <dsp:nvSpPr>
        <dsp:cNvPr id="0" name=""/>
        <dsp:cNvSpPr/>
      </dsp:nvSpPr>
      <dsp:spPr>
        <a:xfrm>
          <a:off x="7978149" y="13420"/>
          <a:ext cx="1852875" cy="1852875"/>
        </a:xfrm>
        <a:prstGeom prst="ellipse">
          <a:avLst/>
        </a:prstGeom>
        <a:solidFill>
          <a:srgbClr val="26262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A6119-AF17-4332-AD97-EA7FA4AAAB12}">
      <dsp:nvSpPr>
        <dsp:cNvPr id="0" name=""/>
        <dsp:cNvSpPr/>
      </dsp:nvSpPr>
      <dsp:spPr>
        <a:xfrm>
          <a:off x="8373024" y="408295"/>
          <a:ext cx="1063125" cy="1063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118B1A-8FB1-4C61-91B9-4B3892C475DC}">
      <dsp:nvSpPr>
        <dsp:cNvPr id="0" name=""/>
        <dsp:cNvSpPr/>
      </dsp:nvSpPr>
      <dsp:spPr>
        <a:xfrm>
          <a:off x="7385836" y="2443421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500" kern="1200"/>
            <a:t>Herramienta de Malware</a:t>
          </a:r>
          <a:endParaRPr lang="en-US" sz="2500" kern="1200"/>
        </a:p>
      </dsp:txBody>
      <dsp:txXfrm>
        <a:off x="7385836" y="2443421"/>
        <a:ext cx="303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10DF6-4577-408A-9592-87CBBF6D4B56}">
      <dsp:nvSpPr>
        <dsp:cNvPr id="0" name=""/>
        <dsp:cNvSpPr/>
      </dsp:nvSpPr>
      <dsp:spPr>
        <a:xfrm>
          <a:off x="0" y="411"/>
          <a:ext cx="60393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647AB8-809A-4527-A551-BFA93F54B43C}">
      <dsp:nvSpPr>
        <dsp:cNvPr id="0" name=""/>
        <dsp:cNvSpPr/>
      </dsp:nvSpPr>
      <dsp:spPr>
        <a:xfrm>
          <a:off x="0" y="411"/>
          <a:ext cx="6039340" cy="481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kern="1200" dirty="0"/>
            <a:t>Análisis de necesidad</a:t>
          </a:r>
          <a:endParaRPr lang="en-US" sz="2200" b="0" kern="1200" dirty="0"/>
        </a:p>
      </dsp:txBody>
      <dsp:txXfrm>
        <a:off x="0" y="411"/>
        <a:ext cx="6039340" cy="481156"/>
      </dsp:txXfrm>
    </dsp:sp>
    <dsp:sp modelId="{8D7B1858-1BE1-4D93-BEC6-98B0EA977B5E}">
      <dsp:nvSpPr>
        <dsp:cNvPr id="0" name=""/>
        <dsp:cNvSpPr/>
      </dsp:nvSpPr>
      <dsp:spPr>
        <a:xfrm>
          <a:off x="0" y="481568"/>
          <a:ext cx="60393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916706-4E88-4A37-88D5-E7CA63820114}">
      <dsp:nvSpPr>
        <dsp:cNvPr id="0" name=""/>
        <dsp:cNvSpPr/>
      </dsp:nvSpPr>
      <dsp:spPr>
        <a:xfrm>
          <a:off x="0" y="481568"/>
          <a:ext cx="6039340" cy="481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Investigación inicial</a:t>
          </a:r>
          <a:endParaRPr lang="en-US" sz="2200" kern="1200" dirty="0"/>
        </a:p>
      </dsp:txBody>
      <dsp:txXfrm>
        <a:off x="0" y="481568"/>
        <a:ext cx="6039340" cy="481156"/>
      </dsp:txXfrm>
    </dsp:sp>
    <dsp:sp modelId="{43A7AD9F-F419-46D2-B13D-079CE72FBCD8}">
      <dsp:nvSpPr>
        <dsp:cNvPr id="0" name=""/>
        <dsp:cNvSpPr/>
      </dsp:nvSpPr>
      <dsp:spPr>
        <a:xfrm>
          <a:off x="0" y="962724"/>
          <a:ext cx="60393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335FDD-C06F-4393-AFEE-A935A88CFFB8}">
      <dsp:nvSpPr>
        <dsp:cNvPr id="0" name=""/>
        <dsp:cNvSpPr/>
      </dsp:nvSpPr>
      <dsp:spPr>
        <a:xfrm>
          <a:off x="0" y="962724"/>
          <a:ext cx="6039340" cy="481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Estudio de alternativas</a:t>
          </a:r>
          <a:endParaRPr lang="en-US" sz="2200" kern="1200"/>
        </a:p>
      </dsp:txBody>
      <dsp:txXfrm>
        <a:off x="0" y="962724"/>
        <a:ext cx="6039340" cy="481156"/>
      </dsp:txXfrm>
    </dsp:sp>
    <dsp:sp modelId="{23CE7E00-AA6C-4998-9934-DF3C3D0CA3C6}">
      <dsp:nvSpPr>
        <dsp:cNvPr id="0" name=""/>
        <dsp:cNvSpPr/>
      </dsp:nvSpPr>
      <dsp:spPr>
        <a:xfrm>
          <a:off x="0" y="1443881"/>
          <a:ext cx="60393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E7AD3A-66B0-4479-9C4E-4B189125BE46}">
      <dsp:nvSpPr>
        <dsp:cNvPr id="0" name=""/>
        <dsp:cNvSpPr/>
      </dsp:nvSpPr>
      <dsp:spPr>
        <a:xfrm>
          <a:off x="0" y="1443881"/>
          <a:ext cx="6039340" cy="481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Diseño e implementación</a:t>
          </a:r>
          <a:endParaRPr lang="en-US" sz="2200" kern="1200"/>
        </a:p>
      </dsp:txBody>
      <dsp:txXfrm>
        <a:off x="0" y="1443881"/>
        <a:ext cx="6039340" cy="481156"/>
      </dsp:txXfrm>
    </dsp:sp>
    <dsp:sp modelId="{4FDC5E05-56EA-48A3-998F-34BC7C8FC984}">
      <dsp:nvSpPr>
        <dsp:cNvPr id="0" name=""/>
        <dsp:cNvSpPr/>
      </dsp:nvSpPr>
      <dsp:spPr>
        <a:xfrm>
          <a:off x="0" y="1925038"/>
          <a:ext cx="60393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894015-B209-498D-83B1-1F536BC4049B}">
      <dsp:nvSpPr>
        <dsp:cNvPr id="0" name=""/>
        <dsp:cNvSpPr/>
      </dsp:nvSpPr>
      <dsp:spPr>
        <a:xfrm>
          <a:off x="0" y="1925038"/>
          <a:ext cx="6039340" cy="481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Ejecución de pruebas</a:t>
          </a:r>
          <a:endParaRPr lang="en-US" sz="2200" kern="1200"/>
        </a:p>
      </dsp:txBody>
      <dsp:txXfrm>
        <a:off x="0" y="1925038"/>
        <a:ext cx="6039340" cy="481156"/>
      </dsp:txXfrm>
    </dsp:sp>
    <dsp:sp modelId="{F9BB2CA6-F60B-424F-81E3-9598470E0477}">
      <dsp:nvSpPr>
        <dsp:cNvPr id="0" name=""/>
        <dsp:cNvSpPr/>
      </dsp:nvSpPr>
      <dsp:spPr>
        <a:xfrm>
          <a:off x="0" y="2406195"/>
          <a:ext cx="60393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7A795A-1EC4-43DE-AA64-C7C80BFB1D14}">
      <dsp:nvSpPr>
        <dsp:cNvPr id="0" name=""/>
        <dsp:cNvSpPr/>
      </dsp:nvSpPr>
      <dsp:spPr>
        <a:xfrm>
          <a:off x="0" y="2406195"/>
          <a:ext cx="6039340" cy="481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Reducción de detectabilidad</a:t>
          </a:r>
          <a:endParaRPr lang="en-US" sz="2200" kern="1200" dirty="0"/>
        </a:p>
      </dsp:txBody>
      <dsp:txXfrm>
        <a:off x="0" y="2406195"/>
        <a:ext cx="6039340" cy="481156"/>
      </dsp:txXfrm>
    </dsp:sp>
    <dsp:sp modelId="{6E2DA852-A727-44E9-AE42-FFE3320390CB}">
      <dsp:nvSpPr>
        <dsp:cNvPr id="0" name=""/>
        <dsp:cNvSpPr/>
      </dsp:nvSpPr>
      <dsp:spPr>
        <a:xfrm>
          <a:off x="0" y="2887351"/>
          <a:ext cx="60393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8AB5AE-2653-4C43-A369-0E2095D08EE7}">
      <dsp:nvSpPr>
        <dsp:cNvPr id="0" name=""/>
        <dsp:cNvSpPr/>
      </dsp:nvSpPr>
      <dsp:spPr>
        <a:xfrm>
          <a:off x="0" y="2887351"/>
          <a:ext cx="6039340" cy="481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Conclusiones y Ampliaciones</a:t>
          </a:r>
          <a:endParaRPr lang="en-US" sz="2200" kern="1200" dirty="0"/>
        </a:p>
      </dsp:txBody>
      <dsp:txXfrm>
        <a:off x="0" y="2887351"/>
        <a:ext cx="6039340" cy="4811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10DF6-4577-408A-9592-87CBBF6D4B56}">
      <dsp:nvSpPr>
        <dsp:cNvPr id="0" name=""/>
        <dsp:cNvSpPr/>
      </dsp:nvSpPr>
      <dsp:spPr>
        <a:xfrm>
          <a:off x="0" y="475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647AB8-809A-4527-A551-BFA93F54B43C}">
      <dsp:nvSpPr>
        <dsp:cNvPr id="0" name=""/>
        <dsp:cNvSpPr/>
      </dsp:nvSpPr>
      <dsp:spPr>
        <a:xfrm>
          <a:off x="0" y="475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Análisis de necesidad</a:t>
          </a:r>
          <a:endParaRPr lang="en-US" sz="2500" b="1" kern="1200" dirty="0"/>
        </a:p>
      </dsp:txBody>
      <dsp:txXfrm>
        <a:off x="0" y="475"/>
        <a:ext cx="5138767" cy="556005"/>
      </dsp:txXfrm>
    </dsp:sp>
    <dsp:sp modelId="{8D7B1858-1BE1-4D93-BEC6-98B0EA977B5E}">
      <dsp:nvSpPr>
        <dsp:cNvPr id="0" name=""/>
        <dsp:cNvSpPr/>
      </dsp:nvSpPr>
      <dsp:spPr>
        <a:xfrm>
          <a:off x="0" y="556480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916706-4E88-4A37-88D5-E7CA63820114}">
      <dsp:nvSpPr>
        <dsp:cNvPr id="0" name=""/>
        <dsp:cNvSpPr/>
      </dsp:nvSpPr>
      <dsp:spPr>
        <a:xfrm>
          <a:off x="0" y="556480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Investigación inicial</a:t>
          </a:r>
          <a:endParaRPr lang="en-US" sz="2500" b="0" kern="1200" dirty="0"/>
        </a:p>
      </dsp:txBody>
      <dsp:txXfrm>
        <a:off x="0" y="556480"/>
        <a:ext cx="5138767" cy="556005"/>
      </dsp:txXfrm>
    </dsp:sp>
    <dsp:sp modelId="{43A7AD9F-F419-46D2-B13D-079CE72FBCD8}">
      <dsp:nvSpPr>
        <dsp:cNvPr id="0" name=""/>
        <dsp:cNvSpPr/>
      </dsp:nvSpPr>
      <dsp:spPr>
        <a:xfrm>
          <a:off x="0" y="1112486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335FDD-C06F-4393-AFEE-A935A88CFFB8}">
      <dsp:nvSpPr>
        <dsp:cNvPr id="0" name=""/>
        <dsp:cNvSpPr/>
      </dsp:nvSpPr>
      <dsp:spPr>
        <a:xfrm>
          <a:off x="0" y="1112486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Estudio de alternativas</a:t>
          </a:r>
          <a:endParaRPr lang="en-US" sz="2500" kern="1200"/>
        </a:p>
      </dsp:txBody>
      <dsp:txXfrm>
        <a:off x="0" y="1112486"/>
        <a:ext cx="5138767" cy="556005"/>
      </dsp:txXfrm>
    </dsp:sp>
    <dsp:sp modelId="{23CE7E00-AA6C-4998-9934-DF3C3D0CA3C6}">
      <dsp:nvSpPr>
        <dsp:cNvPr id="0" name=""/>
        <dsp:cNvSpPr/>
      </dsp:nvSpPr>
      <dsp:spPr>
        <a:xfrm>
          <a:off x="0" y="1668492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E7AD3A-66B0-4479-9C4E-4B189125BE46}">
      <dsp:nvSpPr>
        <dsp:cNvPr id="0" name=""/>
        <dsp:cNvSpPr/>
      </dsp:nvSpPr>
      <dsp:spPr>
        <a:xfrm>
          <a:off x="0" y="1668492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Diseño e implementación</a:t>
          </a:r>
          <a:endParaRPr lang="en-US" sz="2500" kern="1200"/>
        </a:p>
      </dsp:txBody>
      <dsp:txXfrm>
        <a:off x="0" y="1668492"/>
        <a:ext cx="5138767" cy="556005"/>
      </dsp:txXfrm>
    </dsp:sp>
    <dsp:sp modelId="{4FDC5E05-56EA-48A3-998F-34BC7C8FC984}">
      <dsp:nvSpPr>
        <dsp:cNvPr id="0" name=""/>
        <dsp:cNvSpPr/>
      </dsp:nvSpPr>
      <dsp:spPr>
        <a:xfrm>
          <a:off x="0" y="2224497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894015-B209-498D-83B1-1F536BC4049B}">
      <dsp:nvSpPr>
        <dsp:cNvPr id="0" name=""/>
        <dsp:cNvSpPr/>
      </dsp:nvSpPr>
      <dsp:spPr>
        <a:xfrm>
          <a:off x="0" y="2224497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Ejecución de pruebas</a:t>
          </a:r>
          <a:endParaRPr lang="en-US" sz="2500" kern="1200"/>
        </a:p>
      </dsp:txBody>
      <dsp:txXfrm>
        <a:off x="0" y="2224497"/>
        <a:ext cx="5138767" cy="556005"/>
      </dsp:txXfrm>
    </dsp:sp>
    <dsp:sp modelId="{F9BB2CA6-F60B-424F-81E3-9598470E0477}">
      <dsp:nvSpPr>
        <dsp:cNvPr id="0" name=""/>
        <dsp:cNvSpPr/>
      </dsp:nvSpPr>
      <dsp:spPr>
        <a:xfrm>
          <a:off x="0" y="2780503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7A795A-1EC4-43DE-AA64-C7C80BFB1D14}">
      <dsp:nvSpPr>
        <dsp:cNvPr id="0" name=""/>
        <dsp:cNvSpPr/>
      </dsp:nvSpPr>
      <dsp:spPr>
        <a:xfrm>
          <a:off x="0" y="2780503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Reducción de detectabilidad</a:t>
          </a:r>
          <a:endParaRPr lang="en-US" sz="2500" kern="1200" dirty="0"/>
        </a:p>
      </dsp:txBody>
      <dsp:txXfrm>
        <a:off x="0" y="2780503"/>
        <a:ext cx="5138767" cy="556005"/>
      </dsp:txXfrm>
    </dsp:sp>
    <dsp:sp modelId="{6E2DA852-A727-44E9-AE42-FFE3320390CB}">
      <dsp:nvSpPr>
        <dsp:cNvPr id="0" name=""/>
        <dsp:cNvSpPr/>
      </dsp:nvSpPr>
      <dsp:spPr>
        <a:xfrm>
          <a:off x="0" y="3336509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8AB5AE-2653-4C43-A369-0E2095D08EE7}">
      <dsp:nvSpPr>
        <dsp:cNvPr id="0" name=""/>
        <dsp:cNvSpPr/>
      </dsp:nvSpPr>
      <dsp:spPr>
        <a:xfrm>
          <a:off x="0" y="3336509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Conclusiones y Ampliaciones</a:t>
          </a:r>
          <a:endParaRPr lang="en-US" sz="2500" kern="1200" dirty="0"/>
        </a:p>
      </dsp:txBody>
      <dsp:txXfrm>
        <a:off x="0" y="3336509"/>
        <a:ext cx="5138767" cy="5560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6043F7-31FF-4B2B-A5DE-39AC52ABEC44}">
      <dsp:nvSpPr>
        <dsp:cNvPr id="0" name=""/>
        <dsp:cNvSpPr/>
      </dsp:nvSpPr>
      <dsp:spPr>
        <a:xfrm>
          <a:off x="190699" y="45005"/>
          <a:ext cx="2223839" cy="1334303"/>
        </a:xfrm>
        <a:prstGeom prst="roundRect">
          <a:avLst>
            <a:gd name="adj" fmla="val 10000"/>
          </a:avLst>
        </a:prstGeom>
        <a:solidFill>
          <a:schemeClr val="tx1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Actualizar defensas y procesos</a:t>
          </a:r>
          <a:endParaRPr lang="en-US" sz="2500" kern="1200" dirty="0"/>
        </a:p>
      </dsp:txBody>
      <dsp:txXfrm>
        <a:off x="229779" y="84085"/>
        <a:ext cx="2145679" cy="1256143"/>
      </dsp:txXfrm>
    </dsp:sp>
    <dsp:sp modelId="{385ED3BE-C143-41A6-BE57-E500ECA3A817}">
      <dsp:nvSpPr>
        <dsp:cNvPr id="0" name=""/>
        <dsp:cNvSpPr/>
      </dsp:nvSpPr>
      <dsp:spPr>
        <a:xfrm rot="21597714">
          <a:off x="2627175" y="435350"/>
          <a:ext cx="512258" cy="551512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lumMod val="65000"/>
            <a:lumOff val="3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2627175" y="545703"/>
        <a:ext cx="358581" cy="330908"/>
      </dsp:txXfrm>
    </dsp:sp>
    <dsp:sp modelId="{2E8EE27C-4BA8-48FB-A14C-715ECB611ECD}">
      <dsp:nvSpPr>
        <dsp:cNvPr id="0" name=""/>
        <dsp:cNvSpPr/>
      </dsp:nvSpPr>
      <dsp:spPr>
        <a:xfrm>
          <a:off x="3381064" y="42884"/>
          <a:ext cx="2223839" cy="1334303"/>
        </a:xfrm>
        <a:prstGeom prst="roundRect">
          <a:avLst>
            <a:gd name="adj" fmla="val 10000"/>
          </a:avLst>
        </a:prstGeom>
        <a:solidFill>
          <a:schemeClr val="tx1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Evaluar sus capacidades</a:t>
          </a:r>
          <a:endParaRPr lang="en-US" sz="2500" kern="1200" dirty="0"/>
        </a:p>
      </dsp:txBody>
      <dsp:txXfrm>
        <a:off x="3420144" y="81964"/>
        <a:ext cx="2145679" cy="1256143"/>
      </dsp:txXfrm>
    </dsp:sp>
    <dsp:sp modelId="{A9050072-DB95-406B-A658-D41318CBE0E3}">
      <dsp:nvSpPr>
        <dsp:cNvPr id="0" name=""/>
        <dsp:cNvSpPr/>
      </dsp:nvSpPr>
      <dsp:spPr>
        <a:xfrm rot="7724271">
          <a:off x="3450894" y="1438737"/>
          <a:ext cx="472555" cy="551512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lumMod val="65000"/>
            <a:lumOff val="3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3566074" y="1493808"/>
        <a:ext cx="330908" cy="330789"/>
      </dsp:txXfrm>
    </dsp:sp>
    <dsp:sp modelId="{D4CDAB6F-09D7-40E9-B08B-63848AC5AAF9}">
      <dsp:nvSpPr>
        <dsp:cNvPr id="0" name=""/>
        <dsp:cNvSpPr/>
      </dsp:nvSpPr>
      <dsp:spPr>
        <a:xfrm>
          <a:off x="1752702" y="2072662"/>
          <a:ext cx="2223839" cy="1334303"/>
        </a:xfrm>
        <a:prstGeom prst="roundRect">
          <a:avLst>
            <a:gd name="adj" fmla="val 10000"/>
          </a:avLst>
        </a:prstGeom>
        <a:solidFill>
          <a:schemeClr val="tx1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Identificar posibles brechas</a:t>
          </a:r>
          <a:endParaRPr lang="en-US" sz="2500" kern="1200" dirty="0"/>
        </a:p>
      </dsp:txBody>
      <dsp:txXfrm>
        <a:off x="1791782" y="2111742"/>
        <a:ext cx="2145679" cy="1256143"/>
      </dsp:txXfrm>
    </dsp:sp>
    <dsp:sp modelId="{62606DE0-1836-4B2D-8D0B-C24C3EB2B1BC}">
      <dsp:nvSpPr>
        <dsp:cNvPr id="0" name=""/>
        <dsp:cNvSpPr/>
      </dsp:nvSpPr>
      <dsp:spPr>
        <a:xfrm rot="14193460">
          <a:off x="1936897" y="1426546"/>
          <a:ext cx="485023" cy="551512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lumMod val="65000"/>
            <a:lumOff val="3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5400000">
        <a:off x="2054049" y="1593252"/>
        <a:ext cx="330908" cy="339516"/>
      </dsp:txXfrm>
    </dsp:sp>
    <dsp:sp modelId="{DC09DEE4-E52E-43A4-A4A2-5FF2AEAE5F8D}">
      <dsp:nvSpPr>
        <dsp:cNvPr id="0" name=""/>
        <dsp:cNvSpPr/>
      </dsp:nvSpPr>
      <dsp:spPr>
        <a:xfrm flipH="1">
          <a:off x="1870677" y="1262400"/>
          <a:ext cx="67204" cy="46633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dirty="0"/>
        </a:p>
      </dsp:txBody>
      <dsp:txXfrm>
        <a:off x="1872043" y="1263766"/>
        <a:ext cx="64472" cy="439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ECFEE-9C08-441C-8572-3E1221B382C9}">
      <dsp:nvSpPr>
        <dsp:cNvPr id="0" name=""/>
        <dsp:cNvSpPr/>
      </dsp:nvSpPr>
      <dsp:spPr>
        <a:xfrm>
          <a:off x="0" y="1701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B7566A-1839-4993-B404-3791D182B901}">
      <dsp:nvSpPr>
        <dsp:cNvPr id="0" name=""/>
        <dsp:cNvSpPr/>
      </dsp:nvSpPr>
      <dsp:spPr>
        <a:xfrm>
          <a:off x="0" y="1701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MITRE ATT&amp;CK</a:t>
          </a:r>
        </a:p>
      </dsp:txBody>
      <dsp:txXfrm>
        <a:off x="0" y="1701"/>
        <a:ext cx="3379991" cy="316487"/>
      </dsp:txXfrm>
    </dsp:sp>
    <dsp:sp modelId="{71310DF6-4577-408A-9592-87CBBF6D4B56}">
      <dsp:nvSpPr>
        <dsp:cNvPr id="0" name=""/>
        <dsp:cNvSpPr/>
      </dsp:nvSpPr>
      <dsp:spPr>
        <a:xfrm>
          <a:off x="0" y="318188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647AB8-809A-4527-A551-BFA93F54B43C}">
      <dsp:nvSpPr>
        <dsp:cNvPr id="0" name=""/>
        <dsp:cNvSpPr/>
      </dsp:nvSpPr>
      <dsp:spPr>
        <a:xfrm>
          <a:off x="0" y="318188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kern="1200" dirty="0"/>
            <a:t>1. Acceso</a:t>
          </a:r>
          <a:endParaRPr lang="en-US" sz="1600" b="0" kern="1200" dirty="0"/>
        </a:p>
      </dsp:txBody>
      <dsp:txXfrm>
        <a:off x="0" y="318188"/>
        <a:ext cx="3379991" cy="316487"/>
      </dsp:txXfrm>
    </dsp:sp>
    <dsp:sp modelId="{E13EE0D1-6056-4876-B6E6-4DCBD9467626}">
      <dsp:nvSpPr>
        <dsp:cNvPr id="0" name=""/>
        <dsp:cNvSpPr/>
      </dsp:nvSpPr>
      <dsp:spPr>
        <a:xfrm>
          <a:off x="0" y="634675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D56B1B6-4DEA-4614-A01B-86218FB8531E}">
      <dsp:nvSpPr>
        <dsp:cNvPr id="0" name=""/>
        <dsp:cNvSpPr/>
      </dsp:nvSpPr>
      <dsp:spPr>
        <a:xfrm>
          <a:off x="0" y="634675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2. Ejecución</a:t>
          </a:r>
        </a:p>
      </dsp:txBody>
      <dsp:txXfrm>
        <a:off x="0" y="634675"/>
        <a:ext cx="3379991" cy="316487"/>
      </dsp:txXfrm>
    </dsp:sp>
    <dsp:sp modelId="{7FA8AC4D-7E5C-4AAC-858C-DA4833C563F0}">
      <dsp:nvSpPr>
        <dsp:cNvPr id="0" name=""/>
        <dsp:cNvSpPr/>
      </dsp:nvSpPr>
      <dsp:spPr>
        <a:xfrm>
          <a:off x="0" y="951162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72A22C0-C77C-4896-BB68-87E30EA51F10}">
      <dsp:nvSpPr>
        <dsp:cNvPr id="0" name=""/>
        <dsp:cNvSpPr/>
      </dsp:nvSpPr>
      <dsp:spPr>
        <a:xfrm>
          <a:off x="0" y="951162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3. </a:t>
          </a:r>
          <a:r>
            <a:rPr lang="en-US" sz="1600" b="0" kern="1200" dirty="0" err="1"/>
            <a:t>Persistencia</a:t>
          </a:r>
          <a:endParaRPr lang="en-US" sz="1600" b="0" kern="1200" dirty="0"/>
        </a:p>
      </dsp:txBody>
      <dsp:txXfrm>
        <a:off x="0" y="951162"/>
        <a:ext cx="3379991" cy="316487"/>
      </dsp:txXfrm>
    </dsp:sp>
    <dsp:sp modelId="{A7B8279B-BE9D-43DE-A05C-18DCAB6DE4F2}">
      <dsp:nvSpPr>
        <dsp:cNvPr id="0" name=""/>
        <dsp:cNvSpPr/>
      </dsp:nvSpPr>
      <dsp:spPr>
        <a:xfrm>
          <a:off x="0" y="1267649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D3135BC-508F-42C0-BD6E-333D688844BB}">
      <dsp:nvSpPr>
        <dsp:cNvPr id="0" name=""/>
        <dsp:cNvSpPr/>
      </dsp:nvSpPr>
      <dsp:spPr>
        <a:xfrm>
          <a:off x="0" y="1267649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4. </a:t>
          </a:r>
          <a:r>
            <a:rPr lang="en-US" sz="1600" b="0" kern="1200" dirty="0" err="1"/>
            <a:t>Escalada</a:t>
          </a:r>
          <a:r>
            <a:rPr lang="en-US" sz="1600" b="0" kern="1200" dirty="0"/>
            <a:t> de </a:t>
          </a:r>
          <a:r>
            <a:rPr lang="en-US" sz="1600" b="0" kern="1200" dirty="0" err="1"/>
            <a:t>privilegios</a:t>
          </a:r>
          <a:endParaRPr lang="en-US" sz="1600" b="0" kern="1200" dirty="0"/>
        </a:p>
      </dsp:txBody>
      <dsp:txXfrm>
        <a:off x="0" y="1267649"/>
        <a:ext cx="3379991" cy="316487"/>
      </dsp:txXfrm>
    </dsp:sp>
    <dsp:sp modelId="{BBE78A0E-65C0-4309-97F8-8C98F2D6FBFD}">
      <dsp:nvSpPr>
        <dsp:cNvPr id="0" name=""/>
        <dsp:cNvSpPr/>
      </dsp:nvSpPr>
      <dsp:spPr>
        <a:xfrm>
          <a:off x="0" y="1584136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CC12109-EF3F-4809-8E79-F9D886659046}">
      <dsp:nvSpPr>
        <dsp:cNvPr id="0" name=""/>
        <dsp:cNvSpPr/>
      </dsp:nvSpPr>
      <dsp:spPr>
        <a:xfrm>
          <a:off x="0" y="1584136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5. </a:t>
          </a:r>
          <a:r>
            <a:rPr lang="en-US" sz="1600" b="0" kern="1200" dirty="0" err="1"/>
            <a:t>Evasión</a:t>
          </a:r>
          <a:r>
            <a:rPr lang="en-US" sz="1600" b="0" kern="1200" dirty="0"/>
            <a:t> de </a:t>
          </a:r>
          <a:r>
            <a:rPr lang="en-US" sz="1600" b="0" kern="1200" dirty="0" err="1"/>
            <a:t>defensas</a:t>
          </a:r>
          <a:endParaRPr lang="en-US" sz="1600" b="0" kern="1200" dirty="0"/>
        </a:p>
      </dsp:txBody>
      <dsp:txXfrm>
        <a:off x="0" y="1584136"/>
        <a:ext cx="3379991" cy="316487"/>
      </dsp:txXfrm>
    </dsp:sp>
    <dsp:sp modelId="{874E4642-8B3E-4DB7-865E-28A9C8CAE2B2}">
      <dsp:nvSpPr>
        <dsp:cNvPr id="0" name=""/>
        <dsp:cNvSpPr/>
      </dsp:nvSpPr>
      <dsp:spPr>
        <a:xfrm>
          <a:off x="0" y="1900624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3A6E1A-EF1F-4315-89D0-BB32F4FA7C82}">
      <dsp:nvSpPr>
        <dsp:cNvPr id="0" name=""/>
        <dsp:cNvSpPr/>
      </dsp:nvSpPr>
      <dsp:spPr>
        <a:xfrm>
          <a:off x="0" y="1900624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6. </a:t>
          </a:r>
          <a:r>
            <a:rPr lang="en-US" sz="1600" b="0" kern="1200" dirty="0" err="1"/>
            <a:t>Acceso</a:t>
          </a:r>
          <a:r>
            <a:rPr lang="en-US" sz="1600" b="0" kern="1200" dirty="0"/>
            <a:t> a </a:t>
          </a:r>
          <a:r>
            <a:rPr lang="en-US" sz="1600" b="0" kern="1200" dirty="0" err="1"/>
            <a:t>credenciales</a:t>
          </a:r>
          <a:endParaRPr lang="en-US" sz="1600" b="0" kern="1200" dirty="0"/>
        </a:p>
      </dsp:txBody>
      <dsp:txXfrm>
        <a:off x="0" y="1900624"/>
        <a:ext cx="3379991" cy="316487"/>
      </dsp:txXfrm>
    </dsp:sp>
    <dsp:sp modelId="{4B11DA87-FC22-4A32-AFE0-64F397530A8B}">
      <dsp:nvSpPr>
        <dsp:cNvPr id="0" name=""/>
        <dsp:cNvSpPr/>
      </dsp:nvSpPr>
      <dsp:spPr>
        <a:xfrm>
          <a:off x="0" y="2217111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411F61-0D04-4A00-9E1B-B0DF925BF096}">
      <dsp:nvSpPr>
        <dsp:cNvPr id="0" name=""/>
        <dsp:cNvSpPr/>
      </dsp:nvSpPr>
      <dsp:spPr>
        <a:xfrm>
          <a:off x="0" y="2217111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7. </a:t>
          </a:r>
          <a:r>
            <a:rPr lang="en-US" sz="1600" b="0" kern="1200" dirty="0" err="1"/>
            <a:t>Descubrimiento</a:t>
          </a:r>
          <a:endParaRPr lang="en-US" sz="1600" b="0" kern="1200" dirty="0"/>
        </a:p>
      </dsp:txBody>
      <dsp:txXfrm>
        <a:off x="0" y="2217111"/>
        <a:ext cx="3379991" cy="316487"/>
      </dsp:txXfrm>
    </dsp:sp>
    <dsp:sp modelId="{A415251E-BE57-49A8-BDC1-79535CFF871C}">
      <dsp:nvSpPr>
        <dsp:cNvPr id="0" name=""/>
        <dsp:cNvSpPr/>
      </dsp:nvSpPr>
      <dsp:spPr>
        <a:xfrm>
          <a:off x="0" y="2533598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7C0C81-A43D-4433-B3D6-B6EE14074558}">
      <dsp:nvSpPr>
        <dsp:cNvPr id="0" name=""/>
        <dsp:cNvSpPr/>
      </dsp:nvSpPr>
      <dsp:spPr>
        <a:xfrm>
          <a:off x="0" y="2533598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8. </a:t>
          </a:r>
          <a:r>
            <a:rPr lang="en-US" sz="1600" b="0" kern="1200" dirty="0" err="1"/>
            <a:t>Movimiento</a:t>
          </a:r>
          <a:r>
            <a:rPr lang="en-US" sz="1600" b="0" kern="1200" dirty="0"/>
            <a:t> lateral</a:t>
          </a:r>
        </a:p>
      </dsp:txBody>
      <dsp:txXfrm>
        <a:off x="0" y="2533598"/>
        <a:ext cx="3379991" cy="316487"/>
      </dsp:txXfrm>
    </dsp:sp>
    <dsp:sp modelId="{D87BD805-0391-4043-BBA4-E975B6582153}">
      <dsp:nvSpPr>
        <dsp:cNvPr id="0" name=""/>
        <dsp:cNvSpPr/>
      </dsp:nvSpPr>
      <dsp:spPr>
        <a:xfrm>
          <a:off x="0" y="2850085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040EC9F-FCAA-41C1-90AA-E16DEBA8E5A8}">
      <dsp:nvSpPr>
        <dsp:cNvPr id="0" name=""/>
        <dsp:cNvSpPr/>
      </dsp:nvSpPr>
      <dsp:spPr>
        <a:xfrm>
          <a:off x="0" y="2850085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9. </a:t>
          </a:r>
          <a:r>
            <a:rPr lang="en-US" sz="1600" b="0" kern="1200" dirty="0" err="1"/>
            <a:t>Recolección</a:t>
          </a:r>
          <a:r>
            <a:rPr lang="en-US" sz="1600" b="0" kern="1200" dirty="0"/>
            <a:t> y </a:t>
          </a:r>
          <a:r>
            <a:rPr lang="en-US" sz="1600" b="0" kern="1200" dirty="0" err="1"/>
            <a:t>exfiltración</a:t>
          </a:r>
          <a:endParaRPr lang="en-US" sz="1600" b="0" kern="1200" dirty="0"/>
        </a:p>
      </dsp:txBody>
      <dsp:txXfrm>
        <a:off x="0" y="2850085"/>
        <a:ext cx="3379991" cy="316487"/>
      </dsp:txXfrm>
    </dsp:sp>
    <dsp:sp modelId="{5C53F67B-912C-4379-AF2C-D47AC6E4C32C}">
      <dsp:nvSpPr>
        <dsp:cNvPr id="0" name=""/>
        <dsp:cNvSpPr/>
      </dsp:nvSpPr>
      <dsp:spPr>
        <a:xfrm>
          <a:off x="0" y="3166572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1A4BB70-5B6F-4B13-84EE-E73FD09E0174}">
      <dsp:nvSpPr>
        <dsp:cNvPr id="0" name=""/>
        <dsp:cNvSpPr/>
      </dsp:nvSpPr>
      <dsp:spPr>
        <a:xfrm>
          <a:off x="0" y="3166572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10. </a:t>
          </a:r>
          <a:r>
            <a:rPr lang="en-US" sz="1600" b="0" kern="1200" dirty="0" err="1"/>
            <a:t>Comando</a:t>
          </a:r>
          <a:r>
            <a:rPr lang="en-US" sz="1600" b="0" kern="1200" dirty="0"/>
            <a:t> y Control</a:t>
          </a:r>
        </a:p>
      </dsp:txBody>
      <dsp:txXfrm>
        <a:off x="0" y="3166572"/>
        <a:ext cx="3379991" cy="3164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ECFEE-9C08-441C-8572-3E1221B382C9}">
      <dsp:nvSpPr>
        <dsp:cNvPr id="0" name=""/>
        <dsp:cNvSpPr/>
      </dsp:nvSpPr>
      <dsp:spPr>
        <a:xfrm>
          <a:off x="0" y="3080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B7566A-1839-4993-B404-3791D182B901}">
      <dsp:nvSpPr>
        <dsp:cNvPr id="0" name=""/>
        <dsp:cNvSpPr/>
      </dsp:nvSpPr>
      <dsp:spPr>
        <a:xfrm>
          <a:off x="0" y="3080"/>
          <a:ext cx="3379991" cy="322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Cyber Kill Chain</a:t>
          </a:r>
        </a:p>
      </dsp:txBody>
      <dsp:txXfrm>
        <a:off x="0" y="3080"/>
        <a:ext cx="3379991" cy="322237"/>
      </dsp:txXfrm>
    </dsp:sp>
    <dsp:sp modelId="{71310DF6-4577-408A-9592-87CBBF6D4B56}">
      <dsp:nvSpPr>
        <dsp:cNvPr id="0" name=""/>
        <dsp:cNvSpPr/>
      </dsp:nvSpPr>
      <dsp:spPr>
        <a:xfrm>
          <a:off x="0" y="325317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647AB8-809A-4527-A551-BFA93F54B43C}">
      <dsp:nvSpPr>
        <dsp:cNvPr id="0" name=""/>
        <dsp:cNvSpPr/>
      </dsp:nvSpPr>
      <dsp:spPr>
        <a:xfrm>
          <a:off x="0" y="325317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kern="1200" dirty="0"/>
            <a:t>1. Reconocimiento</a:t>
          </a:r>
          <a:endParaRPr lang="en-US" sz="1600" b="0" kern="1200" dirty="0"/>
        </a:p>
      </dsp:txBody>
      <dsp:txXfrm>
        <a:off x="0" y="325317"/>
        <a:ext cx="3379991" cy="450908"/>
      </dsp:txXfrm>
    </dsp:sp>
    <dsp:sp modelId="{E13EE0D1-6056-4876-B6E6-4DCBD9467626}">
      <dsp:nvSpPr>
        <dsp:cNvPr id="0" name=""/>
        <dsp:cNvSpPr/>
      </dsp:nvSpPr>
      <dsp:spPr>
        <a:xfrm>
          <a:off x="0" y="776226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D56B1B6-4DEA-4614-A01B-86218FB8531E}">
      <dsp:nvSpPr>
        <dsp:cNvPr id="0" name=""/>
        <dsp:cNvSpPr/>
      </dsp:nvSpPr>
      <dsp:spPr>
        <a:xfrm>
          <a:off x="0" y="776226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2. </a:t>
          </a:r>
          <a:r>
            <a:rPr lang="en-US" sz="1600" b="0" kern="1200" dirty="0" err="1"/>
            <a:t>Preparación</a:t>
          </a:r>
          <a:endParaRPr lang="en-US" sz="1600" b="0" kern="1200" dirty="0"/>
        </a:p>
      </dsp:txBody>
      <dsp:txXfrm>
        <a:off x="0" y="776226"/>
        <a:ext cx="3379991" cy="450908"/>
      </dsp:txXfrm>
    </dsp:sp>
    <dsp:sp modelId="{7FA8AC4D-7E5C-4AAC-858C-DA4833C563F0}">
      <dsp:nvSpPr>
        <dsp:cNvPr id="0" name=""/>
        <dsp:cNvSpPr/>
      </dsp:nvSpPr>
      <dsp:spPr>
        <a:xfrm>
          <a:off x="0" y="1227135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72A22C0-C77C-4896-BB68-87E30EA51F10}">
      <dsp:nvSpPr>
        <dsp:cNvPr id="0" name=""/>
        <dsp:cNvSpPr/>
      </dsp:nvSpPr>
      <dsp:spPr>
        <a:xfrm>
          <a:off x="0" y="1227135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3. </a:t>
          </a:r>
          <a:r>
            <a:rPr lang="en-US" sz="1600" b="0" kern="1200" dirty="0" err="1"/>
            <a:t>Distribución</a:t>
          </a:r>
          <a:endParaRPr lang="en-US" sz="1600" b="0" kern="1200" dirty="0"/>
        </a:p>
      </dsp:txBody>
      <dsp:txXfrm>
        <a:off x="0" y="1227135"/>
        <a:ext cx="3379991" cy="450908"/>
      </dsp:txXfrm>
    </dsp:sp>
    <dsp:sp modelId="{A7B8279B-BE9D-43DE-A05C-18DCAB6DE4F2}">
      <dsp:nvSpPr>
        <dsp:cNvPr id="0" name=""/>
        <dsp:cNvSpPr/>
      </dsp:nvSpPr>
      <dsp:spPr>
        <a:xfrm>
          <a:off x="0" y="1678044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D3135BC-508F-42C0-BD6E-333D688844BB}">
      <dsp:nvSpPr>
        <dsp:cNvPr id="0" name=""/>
        <dsp:cNvSpPr/>
      </dsp:nvSpPr>
      <dsp:spPr>
        <a:xfrm>
          <a:off x="0" y="1678044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4. </a:t>
          </a:r>
          <a:r>
            <a:rPr lang="en-US" sz="1600" b="0" kern="1200" dirty="0" err="1"/>
            <a:t>Explotación</a:t>
          </a:r>
          <a:endParaRPr lang="en-US" sz="1600" b="0" kern="1200" dirty="0"/>
        </a:p>
      </dsp:txBody>
      <dsp:txXfrm>
        <a:off x="0" y="1678044"/>
        <a:ext cx="3379991" cy="450908"/>
      </dsp:txXfrm>
    </dsp:sp>
    <dsp:sp modelId="{BBE78A0E-65C0-4309-97F8-8C98F2D6FBFD}">
      <dsp:nvSpPr>
        <dsp:cNvPr id="0" name=""/>
        <dsp:cNvSpPr/>
      </dsp:nvSpPr>
      <dsp:spPr>
        <a:xfrm>
          <a:off x="0" y="2128953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CC12109-EF3F-4809-8E79-F9D886659046}">
      <dsp:nvSpPr>
        <dsp:cNvPr id="0" name=""/>
        <dsp:cNvSpPr/>
      </dsp:nvSpPr>
      <dsp:spPr>
        <a:xfrm>
          <a:off x="0" y="2128953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5. </a:t>
          </a:r>
          <a:r>
            <a:rPr lang="en-US" sz="1600" b="0" kern="1200" dirty="0" err="1"/>
            <a:t>Instalación</a:t>
          </a:r>
          <a:endParaRPr lang="en-US" sz="1600" b="0" kern="1200" dirty="0"/>
        </a:p>
      </dsp:txBody>
      <dsp:txXfrm>
        <a:off x="0" y="2128953"/>
        <a:ext cx="3379991" cy="450908"/>
      </dsp:txXfrm>
    </dsp:sp>
    <dsp:sp modelId="{874E4642-8B3E-4DB7-865E-28A9C8CAE2B2}">
      <dsp:nvSpPr>
        <dsp:cNvPr id="0" name=""/>
        <dsp:cNvSpPr/>
      </dsp:nvSpPr>
      <dsp:spPr>
        <a:xfrm>
          <a:off x="0" y="2579862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3A6E1A-EF1F-4315-89D0-BB32F4FA7C82}">
      <dsp:nvSpPr>
        <dsp:cNvPr id="0" name=""/>
        <dsp:cNvSpPr/>
      </dsp:nvSpPr>
      <dsp:spPr>
        <a:xfrm>
          <a:off x="0" y="2579862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6. </a:t>
          </a:r>
          <a:r>
            <a:rPr lang="en-US" sz="1600" b="0" kern="1200" dirty="0" err="1"/>
            <a:t>Comando</a:t>
          </a:r>
          <a:r>
            <a:rPr lang="en-US" sz="1600" b="0" kern="1200" dirty="0"/>
            <a:t> y control</a:t>
          </a:r>
        </a:p>
      </dsp:txBody>
      <dsp:txXfrm>
        <a:off x="0" y="2579862"/>
        <a:ext cx="3379991" cy="450908"/>
      </dsp:txXfrm>
    </dsp:sp>
    <dsp:sp modelId="{4B11DA87-FC22-4A32-AFE0-64F397530A8B}">
      <dsp:nvSpPr>
        <dsp:cNvPr id="0" name=""/>
        <dsp:cNvSpPr/>
      </dsp:nvSpPr>
      <dsp:spPr>
        <a:xfrm>
          <a:off x="0" y="3030770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411F61-0D04-4A00-9E1B-B0DF925BF096}">
      <dsp:nvSpPr>
        <dsp:cNvPr id="0" name=""/>
        <dsp:cNvSpPr/>
      </dsp:nvSpPr>
      <dsp:spPr>
        <a:xfrm>
          <a:off x="0" y="3030770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7. </a:t>
          </a:r>
          <a:r>
            <a:rPr lang="en-US" sz="1600" b="0" kern="1200" dirty="0" err="1"/>
            <a:t>Acciones</a:t>
          </a:r>
          <a:r>
            <a:rPr lang="en-US" sz="1600" b="0" kern="1200" dirty="0"/>
            <a:t> </a:t>
          </a:r>
          <a:r>
            <a:rPr lang="en-US" sz="1600" b="0" kern="1200" dirty="0" err="1"/>
            <a:t>sobre</a:t>
          </a:r>
          <a:r>
            <a:rPr lang="en-US" sz="1600" b="0" kern="1200" dirty="0"/>
            <a:t> </a:t>
          </a:r>
          <a:r>
            <a:rPr lang="en-US" sz="1600" b="0" kern="1200" dirty="0" err="1"/>
            <a:t>los</a:t>
          </a:r>
          <a:r>
            <a:rPr lang="en-US" sz="1600" b="0" kern="1200" dirty="0"/>
            <a:t> </a:t>
          </a:r>
          <a:r>
            <a:rPr lang="en-US" sz="1600" b="0" kern="1200" dirty="0" err="1"/>
            <a:t>objetivos</a:t>
          </a:r>
          <a:endParaRPr lang="en-US" sz="1600" b="0" kern="1200" dirty="0"/>
        </a:p>
      </dsp:txBody>
      <dsp:txXfrm>
        <a:off x="0" y="3030770"/>
        <a:ext cx="3379991" cy="45090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ECFEE-9C08-441C-8572-3E1221B382C9}">
      <dsp:nvSpPr>
        <dsp:cNvPr id="0" name=""/>
        <dsp:cNvSpPr/>
      </dsp:nvSpPr>
      <dsp:spPr>
        <a:xfrm>
          <a:off x="0" y="1701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B7566A-1839-4993-B404-3791D182B901}">
      <dsp:nvSpPr>
        <dsp:cNvPr id="0" name=""/>
        <dsp:cNvSpPr/>
      </dsp:nvSpPr>
      <dsp:spPr>
        <a:xfrm>
          <a:off x="0" y="1701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MITRE ATT&amp;CK</a:t>
          </a:r>
        </a:p>
      </dsp:txBody>
      <dsp:txXfrm>
        <a:off x="0" y="1701"/>
        <a:ext cx="3379991" cy="316487"/>
      </dsp:txXfrm>
    </dsp:sp>
    <dsp:sp modelId="{71310DF6-4577-408A-9592-87CBBF6D4B56}">
      <dsp:nvSpPr>
        <dsp:cNvPr id="0" name=""/>
        <dsp:cNvSpPr/>
      </dsp:nvSpPr>
      <dsp:spPr>
        <a:xfrm>
          <a:off x="0" y="318188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647AB8-809A-4527-A551-BFA93F54B43C}">
      <dsp:nvSpPr>
        <dsp:cNvPr id="0" name=""/>
        <dsp:cNvSpPr/>
      </dsp:nvSpPr>
      <dsp:spPr>
        <a:xfrm>
          <a:off x="0" y="318188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kern="1200" dirty="0"/>
            <a:t>1. Acceso</a:t>
          </a:r>
          <a:endParaRPr lang="en-US" sz="1600" b="0" kern="1200" dirty="0"/>
        </a:p>
      </dsp:txBody>
      <dsp:txXfrm>
        <a:off x="0" y="318188"/>
        <a:ext cx="3379991" cy="316487"/>
      </dsp:txXfrm>
    </dsp:sp>
    <dsp:sp modelId="{E13EE0D1-6056-4876-B6E6-4DCBD9467626}">
      <dsp:nvSpPr>
        <dsp:cNvPr id="0" name=""/>
        <dsp:cNvSpPr/>
      </dsp:nvSpPr>
      <dsp:spPr>
        <a:xfrm>
          <a:off x="0" y="634675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D56B1B6-4DEA-4614-A01B-86218FB8531E}">
      <dsp:nvSpPr>
        <dsp:cNvPr id="0" name=""/>
        <dsp:cNvSpPr/>
      </dsp:nvSpPr>
      <dsp:spPr>
        <a:xfrm>
          <a:off x="0" y="634675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2. Ejecución</a:t>
          </a:r>
        </a:p>
      </dsp:txBody>
      <dsp:txXfrm>
        <a:off x="0" y="634675"/>
        <a:ext cx="3379991" cy="316487"/>
      </dsp:txXfrm>
    </dsp:sp>
    <dsp:sp modelId="{7FA8AC4D-7E5C-4AAC-858C-DA4833C563F0}">
      <dsp:nvSpPr>
        <dsp:cNvPr id="0" name=""/>
        <dsp:cNvSpPr/>
      </dsp:nvSpPr>
      <dsp:spPr>
        <a:xfrm>
          <a:off x="0" y="951162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72A22C0-C77C-4896-BB68-87E30EA51F10}">
      <dsp:nvSpPr>
        <dsp:cNvPr id="0" name=""/>
        <dsp:cNvSpPr/>
      </dsp:nvSpPr>
      <dsp:spPr>
        <a:xfrm>
          <a:off x="0" y="951162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3. </a:t>
          </a:r>
          <a:r>
            <a:rPr lang="en-US" sz="1600" b="0" kern="1200" dirty="0" err="1"/>
            <a:t>Persistencia</a:t>
          </a:r>
          <a:endParaRPr lang="en-US" sz="1600" b="0" kern="1200" dirty="0"/>
        </a:p>
      </dsp:txBody>
      <dsp:txXfrm>
        <a:off x="0" y="951162"/>
        <a:ext cx="3379991" cy="316487"/>
      </dsp:txXfrm>
    </dsp:sp>
    <dsp:sp modelId="{A7B8279B-BE9D-43DE-A05C-18DCAB6DE4F2}">
      <dsp:nvSpPr>
        <dsp:cNvPr id="0" name=""/>
        <dsp:cNvSpPr/>
      </dsp:nvSpPr>
      <dsp:spPr>
        <a:xfrm>
          <a:off x="0" y="1267649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D3135BC-508F-42C0-BD6E-333D688844BB}">
      <dsp:nvSpPr>
        <dsp:cNvPr id="0" name=""/>
        <dsp:cNvSpPr/>
      </dsp:nvSpPr>
      <dsp:spPr>
        <a:xfrm>
          <a:off x="0" y="1267649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4. </a:t>
          </a:r>
          <a:r>
            <a:rPr lang="en-US" sz="1600" b="0" kern="1200" dirty="0" err="1"/>
            <a:t>Escalada</a:t>
          </a:r>
          <a:r>
            <a:rPr lang="en-US" sz="1600" b="0" kern="1200" dirty="0"/>
            <a:t> de </a:t>
          </a:r>
          <a:r>
            <a:rPr lang="en-US" sz="1600" b="0" kern="1200" dirty="0" err="1"/>
            <a:t>privilegios</a:t>
          </a:r>
          <a:endParaRPr lang="en-US" sz="1600" b="0" kern="1200" dirty="0"/>
        </a:p>
      </dsp:txBody>
      <dsp:txXfrm>
        <a:off x="0" y="1267649"/>
        <a:ext cx="3379991" cy="316487"/>
      </dsp:txXfrm>
    </dsp:sp>
    <dsp:sp modelId="{BBE78A0E-65C0-4309-97F8-8C98F2D6FBFD}">
      <dsp:nvSpPr>
        <dsp:cNvPr id="0" name=""/>
        <dsp:cNvSpPr/>
      </dsp:nvSpPr>
      <dsp:spPr>
        <a:xfrm>
          <a:off x="0" y="1584136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CC12109-EF3F-4809-8E79-F9D886659046}">
      <dsp:nvSpPr>
        <dsp:cNvPr id="0" name=""/>
        <dsp:cNvSpPr/>
      </dsp:nvSpPr>
      <dsp:spPr>
        <a:xfrm>
          <a:off x="0" y="1584136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5. </a:t>
          </a:r>
          <a:r>
            <a:rPr lang="en-US" sz="1600" b="0" kern="1200" dirty="0" err="1"/>
            <a:t>Evasión</a:t>
          </a:r>
          <a:r>
            <a:rPr lang="en-US" sz="1600" b="0" kern="1200" dirty="0"/>
            <a:t> de </a:t>
          </a:r>
          <a:r>
            <a:rPr lang="en-US" sz="1600" b="0" kern="1200" dirty="0" err="1"/>
            <a:t>defensas</a:t>
          </a:r>
          <a:endParaRPr lang="en-US" sz="1600" b="0" kern="1200" dirty="0"/>
        </a:p>
      </dsp:txBody>
      <dsp:txXfrm>
        <a:off x="0" y="1584136"/>
        <a:ext cx="3379991" cy="316487"/>
      </dsp:txXfrm>
    </dsp:sp>
    <dsp:sp modelId="{874E4642-8B3E-4DB7-865E-28A9C8CAE2B2}">
      <dsp:nvSpPr>
        <dsp:cNvPr id="0" name=""/>
        <dsp:cNvSpPr/>
      </dsp:nvSpPr>
      <dsp:spPr>
        <a:xfrm>
          <a:off x="0" y="1900624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3A6E1A-EF1F-4315-89D0-BB32F4FA7C82}">
      <dsp:nvSpPr>
        <dsp:cNvPr id="0" name=""/>
        <dsp:cNvSpPr/>
      </dsp:nvSpPr>
      <dsp:spPr>
        <a:xfrm>
          <a:off x="0" y="1900624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6. </a:t>
          </a:r>
          <a:r>
            <a:rPr lang="en-US" sz="1600" b="1" kern="1200" dirty="0" err="1"/>
            <a:t>Acceso</a:t>
          </a:r>
          <a:r>
            <a:rPr lang="en-US" sz="1600" b="1" kern="1200" dirty="0"/>
            <a:t> a </a:t>
          </a:r>
          <a:r>
            <a:rPr lang="en-US" sz="1600" b="1" kern="1200" dirty="0" err="1"/>
            <a:t>credenciales</a:t>
          </a:r>
          <a:endParaRPr lang="en-US" sz="1600" b="1" kern="1200" dirty="0"/>
        </a:p>
      </dsp:txBody>
      <dsp:txXfrm>
        <a:off x="0" y="1900624"/>
        <a:ext cx="3379991" cy="316487"/>
      </dsp:txXfrm>
    </dsp:sp>
    <dsp:sp modelId="{4B11DA87-FC22-4A32-AFE0-64F397530A8B}">
      <dsp:nvSpPr>
        <dsp:cNvPr id="0" name=""/>
        <dsp:cNvSpPr/>
      </dsp:nvSpPr>
      <dsp:spPr>
        <a:xfrm>
          <a:off x="0" y="2217111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411F61-0D04-4A00-9E1B-B0DF925BF096}">
      <dsp:nvSpPr>
        <dsp:cNvPr id="0" name=""/>
        <dsp:cNvSpPr/>
      </dsp:nvSpPr>
      <dsp:spPr>
        <a:xfrm>
          <a:off x="0" y="2217111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7. </a:t>
          </a:r>
          <a:r>
            <a:rPr lang="en-US" sz="1600" b="0" kern="1200" dirty="0" err="1"/>
            <a:t>Descubrimiento</a:t>
          </a:r>
          <a:endParaRPr lang="en-US" sz="1600" b="0" kern="1200" dirty="0"/>
        </a:p>
      </dsp:txBody>
      <dsp:txXfrm>
        <a:off x="0" y="2217111"/>
        <a:ext cx="3379991" cy="316487"/>
      </dsp:txXfrm>
    </dsp:sp>
    <dsp:sp modelId="{A415251E-BE57-49A8-BDC1-79535CFF871C}">
      <dsp:nvSpPr>
        <dsp:cNvPr id="0" name=""/>
        <dsp:cNvSpPr/>
      </dsp:nvSpPr>
      <dsp:spPr>
        <a:xfrm>
          <a:off x="0" y="2533598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7C0C81-A43D-4433-B3D6-B6EE14074558}">
      <dsp:nvSpPr>
        <dsp:cNvPr id="0" name=""/>
        <dsp:cNvSpPr/>
      </dsp:nvSpPr>
      <dsp:spPr>
        <a:xfrm>
          <a:off x="0" y="2533598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8. </a:t>
          </a:r>
          <a:r>
            <a:rPr lang="en-US" sz="1600" b="0" kern="1200" dirty="0" err="1"/>
            <a:t>Movimiento</a:t>
          </a:r>
          <a:r>
            <a:rPr lang="en-US" sz="1600" b="0" kern="1200" dirty="0"/>
            <a:t> lateral</a:t>
          </a:r>
        </a:p>
      </dsp:txBody>
      <dsp:txXfrm>
        <a:off x="0" y="2533598"/>
        <a:ext cx="3379991" cy="316487"/>
      </dsp:txXfrm>
    </dsp:sp>
    <dsp:sp modelId="{D87BD805-0391-4043-BBA4-E975B6582153}">
      <dsp:nvSpPr>
        <dsp:cNvPr id="0" name=""/>
        <dsp:cNvSpPr/>
      </dsp:nvSpPr>
      <dsp:spPr>
        <a:xfrm>
          <a:off x="0" y="2850085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040EC9F-FCAA-41C1-90AA-E16DEBA8E5A8}">
      <dsp:nvSpPr>
        <dsp:cNvPr id="0" name=""/>
        <dsp:cNvSpPr/>
      </dsp:nvSpPr>
      <dsp:spPr>
        <a:xfrm>
          <a:off x="0" y="2850085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9. </a:t>
          </a:r>
          <a:r>
            <a:rPr lang="en-US" sz="1600" b="1" kern="1200" dirty="0" err="1"/>
            <a:t>Recolección</a:t>
          </a:r>
          <a:r>
            <a:rPr lang="en-US" sz="1600" b="1" kern="1200" dirty="0"/>
            <a:t> y </a:t>
          </a:r>
          <a:r>
            <a:rPr lang="en-US" sz="1600" b="1" kern="1200" dirty="0" err="1"/>
            <a:t>exfiltración</a:t>
          </a:r>
          <a:endParaRPr lang="en-US" sz="1600" b="1" kern="1200" dirty="0"/>
        </a:p>
      </dsp:txBody>
      <dsp:txXfrm>
        <a:off x="0" y="2850085"/>
        <a:ext cx="3379991" cy="316487"/>
      </dsp:txXfrm>
    </dsp:sp>
    <dsp:sp modelId="{5C53F67B-912C-4379-AF2C-D47AC6E4C32C}">
      <dsp:nvSpPr>
        <dsp:cNvPr id="0" name=""/>
        <dsp:cNvSpPr/>
      </dsp:nvSpPr>
      <dsp:spPr>
        <a:xfrm>
          <a:off x="0" y="3166572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1A4BB70-5B6F-4B13-84EE-E73FD09E0174}">
      <dsp:nvSpPr>
        <dsp:cNvPr id="0" name=""/>
        <dsp:cNvSpPr/>
      </dsp:nvSpPr>
      <dsp:spPr>
        <a:xfrm>
          <a:off x="0" y="3166572"/>
          <a:ext cx="3379991" cy="316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10. </a:t>
          </a:r>
          <a:r>
            <a:rPr lang="en-US" sz="1600" b="0" kern="1200" dirty="0" err="1"/>
            <a:t>Comando</a:t>
          </a:r>
          <a:r>
            <a:rPr lang="en-US" sz="1600" b="0" kern="1200" dirty="0"/>
            <a:t> y Control</a:t>
          </a:r>
        </a:p>
      </dsp:txBody>
      <dsp:txXfrm>
        <a:off x="0" y="3166572"/>
        <a:ext cx="3379991" cy="3164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ECFEE-9C08-441C-8572-3E1221B382C9}">
      <dsp:nvSpPr>
        <dsp:cNvPr id="0" name=""/>
        <dsp:cNvSpPr/>
      </dsp:nvSpPr>
      <dsp:spPr>
        <a:xfrm>
          <a:off x="0" y="3080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B7566A-1839-4993-B404-3791D182B901}">
      <dsp:nvSpPr>
        <dsp:cNvPr id="0" name=""/>
        <dsp:cNvSpPr/>
      </dsp:nvSpPr>
      <dsp:spPr>
        <a:xfrm>
          <a:off x="0" y="3080"/>
          <a:ext cx="3379991" cy="322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Cyber Kill Chain</a:t>
          </a:r>
        </a:p>
      </dsp:txBody>
      <dsp:txXfrm>
        <a:off x="0" y="3080"/>
        <a:ext cx="3379991" cy="322237"/>
      </dsp:txXfrm>
    </dsp:sp>
    <dsp:sp modelId="{71310DF6-4577-408A-9592-87CBBF6D4B56}">
      <dsp:nvSpPr>
        <dsp:cNvPr id="0" name=""/>
        <dsp:cNvSpPr/>
      </dsp:nvSpPr>
      <dsp:spPr>
        <a:xfrm>
          <a:off x="0" y="325317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647AB8-809A-4527-A551-BFA93F54B43C}">
      <dsp:nvSpPr>
        <dsp:cNvPr id="0" name=""/>
        <dsp:cNvSpPr/>
      </dsp:nvSpPr>
      <dsp:spPr>
        <a:xfrm>
          <a:off x="0" y="325317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0" kern="1200" dirty="0"/>
            <a:t>1. Reconocimiento</a:t>
          </a:r>
          <a:endParaRPr lang="en-US" sz="1600" b="0" kern="1200" dirty="0"/>
        </a:p>
      </dsp:txBody>
      <dsp:txXfrm>
        <a:off x="0" y="325317"/>
        <a:ext cx="3379991" cy="450908"/>
      </dsp:txXfrm>
    </dsp:sp>
    <dsp:sp modelId="{E13EE0D1-6056-4876-B6E6-4DCBD9467626}">
      <dsp:nvSpPr>
        <dsp:cNvPr id="0" name=""/>
        <dsp:cNvSpPr/>
      </dsp:nvSpPr>
      <dsp:spPr>
        <a:xfrm>
          <a:off x="0" y="776226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D56B1B6-4DEA-4614-A01B-86218FB8531E}">
      <dsp:nvSpPr>
        <dsp:cNvPr id="0" name=""/>
        <dsp:cNvSpPr/>
      </dsp:nvSpPr>
      <dsp:spPr>
        <a:xfrm>
          <a:off x="0" y="776226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2. </a:t>
          </a:r>
          <a:r>
            <a:rPr lang="en-US" sz="1600" b="0" kern="1200" dirty="0" err="1"/>
            <a:t>Preparación</a:t>
          </a:r>
          <a:endParaRPr lang="en-US" sz="1600" b="0" kern="1200" dirty="0"/>
        </a:p>
      </dsp:txBody>
      <dsp:txXfrm>
        <a:off x="0" y="776226"/>
        <a:ext cx="3379991" cy="450908"/>
      </dsp:txXfrm>
    </dsp:sp>
    <dsp:sp modelId="{7FA8AC4D-7E5C-4AAC-858C-DA4833C563F0}">
      <dsp:nvSpPr>
        <dsp:cNvPr id="0" name=""/>
        <dsp:cNvSpPr/>
      </dsp:nvSpPr>
      <dsp:spPr>
        <a:xfrm>
          <a:off x="0" y="1227135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72A22C0-C77C-4896-BB68-87E30EA51F10}">
      <dsp:nvSpPr>
        <dsp:cNvPr id="0" name=""/>
        <dsp:cNvSpPr/>
      </dsp:nvSpPr>
      <dsp:spPr>
        <a:xfrm>
          <a:off x="0" y="1227135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3. </a:t>
          </a:r>
          <a:r>
            <a:rPr lang="en-US" sz="1600" b="0" kern="1200" dirty="0" err="1"/>
            <a:t>Distribución</a:t>
          </a:r>
          <a:endParaRPr lang="en-US" sz="1600" b="0" kern="1200" dirty="0"/>
        </a:p>
      </dsp:txBody>
      <dsp:txXfrm>
        <a:off x="0" y="1227135"/>
        <a:ext cx="3379991" cy="450908"/>
      </dsp:txXfrm>
    </dsp:sp>
    <dsp:sp modelId="{A7B8279B-BE9D-43DE-A05C-18DCAB6DE4F2}">
      <dsp:nvSpPr>
        <dsp:cNvPr id="0" name=""/>
        <dsp:cNvSpPr/>
      </dsp:nvSpPr>
      <dsp:spPr>
        <a:xfrm>
          <a:off x="0" y="1678044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D3135BC-508F-42C0-BD6E-333D688844BB}">
      <dsp:nvSpPr>
        <dsp:cNvPr id="0" name=""/>
        <dsp:cNvSpPr/>
      </dsp:nvSpPr>
      <dsp:spPr>
        <a:xfrm>
          <a:off x="0" y="1678044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4. </a:t>
          </a:r>
          <a:r>
            <a:rPr lang="en-US" sz="1600" b="0" kern="1200" dirty="0" err="1"/>
            <a:t>Explotación</a:t>
          </a:r>
          <a:endParaRPr lang="en-US" sz="1600" b="0" kern="1200" dirty="0"/>
        </a:p>
      </dsp:txBody>
      <dsp:txXfrm>
        <a:off x="0" y="1678044"/>
        <a:ext cx="3379991" cy="450908"/>
      </dsp:txXfrm>
    </dsp:sp>
    <dsp:sp modelId="{BBE78A0E-65C0-4309-97F8-8C98F2D6FBFD}">
      <dsp:nvSpPr>
        <dsp:cNvPr id="0" name=""/>
        <dsp:cNvSpPr/>
      </dsp:nvSpPr>
      <dsp:spPr>
        <a:xfrm>
          <a:off x="0" y="2128953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CC12109-EF3F-4809-8E79-F9D886659046}">
      <dsp:nvSpPr>
        <dsp:cNvPr id="0" name=""/>
        <dsp:cNvSpPr/>
      </dsp:nvSpPr>
      <dsp:spPr>
        <a:xfrm>
          <a:off x="0" y="2128953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5. </a:t>
          </a:r>
          <a:r>
            <a:rPr lang="en-US" sz="1600" b="1" kern="1200" dirty="0" err="1"/>
            <a:t>Instalación</a:t>
          </a:r>
          <a:endParaRPr lang="en-US" sz="1600" b="1" kern="1200" dirty="0"/>
        </a:p>
      </dsp:txBody>
      <dsp:txXfrm>
        <a:off x="0" y="2128953"/>
        <a:ext cx="3379991" cy="450908"/>
      </dsp:txXfrm>
    </dsp:sp>
    <dsp:sp modelId="{874E4642-8B3E-4DB7-865E-28A9C8CAE2B2}">
      <dsp:nvSpPr>
        <dsp:cNvPr id="0" name=""/>
        <dsp:cNvSpPr/>
      </dsp:nvSpPr>
      <dsp:spPr>
        <a:xfrm>
          <a:off x="0" y="2579862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3A6E1A-EF1F-4315-89D0-BB32F4FA7C82}">
      <dsp:nvSpPr>
        <dsp:cNvPr id="0" name=""/>
        <dsp:cNvSpPr/>
      </dsp:nvSpPr>
      <dsp:spPr>
        <a:xfrm>
          <a:off x="0" y="2579862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6. </a:t>
          </a:r>
          <a:r>
            <a:rPr lang="en-US" sz="1600" b="0" kern="1200" dirty="0" err="1"/>
            <a:t>Comando</a:t>
          </a:r>
          <a:r>
            <a:rPr lang="en-US" sz="1600" b="0" kern="1200" dirty="0"/>
            <a:t> y control</a:t>
          </a:r>
        </a:p>
      </dsp:txBody>
      <dsp:txXfrm>
        <a:off x="0" y="2579862"/>
        <a:ext cx="3379991" cy="450908"/>
      </dsp:txXfrm>
    </dsp:sp>
    <dsp:sp modelId="{4B11DA87-FC22-4A32-AFE0-64F397530A8B}">
      <dsp:nvSpPr>
        <dsp:cNvPr id="0" name=""/>
        <dsp:cNvSpPr/>
      </dsp:nvSpPr>
      <dsp:spPr>
        <a:xfrm>
          <a:off x="0" y="3030770"/>
          <a:ext cx="33799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411F61-0D04-4A00-9E1B-B0DF925BF096}">
      <dsp:nvSpPr>
        <dsp:cNvPr id="0" name=""/>
        <dsp:cNvSpPr/>
      </dsp:nvSpPr>
      <dsp:spPr>
        <a:xfrm>
          <a:off x="0" y="3030770"/>
          <a:ext cx="3379991" cy="450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7. </a:t>
          </a:r>
          <a:r>
            <a:rPr lang="en-US" sz="1600" b="1" kern="1200" dirty="0" err="1"/>
            <a:t>Acciones</a:t>
          </a:r>
          <a:r>
            <a:rPr lang="en-US" sz="1600" b="1" kern="1200" dirty="0"/>
            <a:t> </a:t>
          </a:r>
          <a:r>
            <a:rPr lang="en-US" sz="1600" b="1" kern="1200" dirty="0" err="1"/>
            <a:t>sobre</a:t>
          </a:r>
          <a:r>
            <a:rPr lang="en-US" sz="1600" b="1" kern="1200" dirty="0"/>
            <a:t> </a:t>
          </a:r>
          <a:r>
            <a:rPr lang="en-US" sz="1600" b="1" kern="1200" dirty="0" err="1"/>
            <a:t>los</a:t>
          </a:r>
          <a:r>
            <a:rPr lang="en-US" sz="1600" b="1" kern="1200" dirty="0"/>
            <a:t> </a:t>
          </a:r>
          <a:r>
            <a:rPr lang="en-US" sz="1600" b="1" kern="1200" dirty="0" err="1"/>
            <a:t>objetivos</a:t>
          </a:r>
          <a:endParaRPr lang="en-US" sz="1600" b="1" kern="1200" dirty="0"/>
        </a:p>
      </dsp:txBody>
      <dsp:txXfrm>
        <a:off x="0" y="3030770"/>
        <a:ext cx="3379991" cy="45090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FE6F11-4B1E-4E68-86B6-3D0D41E99865}">
      <dsp:nvSpPr>
        <dsp:cNvPr id="0" name=""/>
        <dsp:cNvSpPr/>
      </dsp:nvSpPr>
      <dsp:spPr>
        <a:xfrm>
          <a:off x="787905" y="595545"/>
          <a:ext cx="877696" cy="8776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BDD02-79A2-4BAB-B110-B6C359C4F6F2}">
      <dsp:nvSpPr>
        <dsp:cNvPr id="0" name=""/>
        <dsp:cNvSpPr/>
      </dsp:nvSpPr>
      <dsp:spPr>
        <a:xfrm>
          <a:off x="5834" y="1605516"/>
          <a:ext cx="2507704" cy="376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800" kern="1200"/>
            <a:t>Fiabilidad y legalidad</a:t>
          </a:r>
          <a:endParaRPr lang="en-US" sz="1800" kern="1200"/>
        </a:p>
      </dsp:txBody>
      <dsp:txXfrm>
        <a:off x="5834" y="1605516"/>
        <a:ext cx="2507704" cy="376155"/>
      </dsp:txXfrm>
    </dsp:sp>
    <dsp:sp modelId="{C09384A1-A719-4780-A663-0D6115BADAAB}">
      <dsp:nvSpPr>
        <dsp:cNvPr id="0" name=""/>
        <dsp:cNvSpPr/>
      </dsp:nvSpPr>
      <dsp:spPr>
        <a:xfrm>
          <a:off x="5834" y="2019281"/>
          <a:ext cx="2507704" cy="508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ADFBE8-D22A-4567-BFB7-3DAF6CEC043A}">
      <dsp:nvSpPr>
        <dsp:cNvPr id="0" name=""/>
        <dsp:cNvSpPr/>
      </dsp:nvSpPr>
      <dsp:spPr>
        <a:xfrm>
          <a:off x="3133456" y="595545"/>
          <a:ext cx="877696" cy="8776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0A6D1-34D2-4D75-9FA6-CEDD47AF431B}">
      <dsp:nvSpPr>
        <dsp:cNvPr id="0" name=""/>
        <dsp:cNvSpPr/>
      </dsp:nvSpPr>
      <dsp:spPr>
        <a:xfrm>
          <a:off x="2952387" y="1605516"/>
          <a:ext cx="2507704" cy="376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800" kern="1200"/>
            <a:t>Modularidad</a:t>
          </a:r>
          <a:endParaRPr lang="en-US" sz="1800" kern="1200"/>
        </a:p>
      </dsp:txBody>
      <dsp:txXfrm>
        <a:off x="2952387" y="1605516"/>
        <a:ext cx="2507704" cy="376155"/>
      </dsp:txXfrm>
    </dsp:sp>
    <dsp:sp modelId="{67D144E7-4B44-4FE8-B27D-732E02A55B9E}">
      <dsp:nvSpPr>
        <dsp:cNvPr id="0" name=""/>
        <dsp:cNvSpPr/>
      </dsp:nvSpPr>
      <dsp:spPr>
        <a:xfrm>
          <a:off x="2952387" y="2019281"/>
          <a:ext cx="2507704" cy="508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Ampliación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Reutilización de código</a:t>
          </a:r>
          <a:endParaRPr lang="en-US" sz="1400" kern="1200"/>
        </a:p>
      </dsp:txBody>
      <dsp:txXfrm>
        <a:off x="2952387" y="2019281"/>
        <a:ext cx="2507704" cy="508114"/>
      </dsp:txXfrm>
    </dsp:sp>
    <dsp:sp modelId="{240EEBA2-69B2-40C9-A6F6-C0E9BAF68977}">
      <dsp:nvSpPr>
        <dsp:cNvPr id="0" name=""/>
        <dsp:cNvSpPr/>
      </dsp:nvSpPr>
      <dsp:spPr>
        <a:xfrm>
          <a:off x="6288243" y="595545"/>
          <a:ext cx="877696" cy="8776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2616C-2722-4113-A079-AF0D39901330}">
      <dsp:nvSpPr>
        <dsp:cNvPr id="0" name=""/>
        <dsp:cNvSpPr/>
      </dsp:nvSpPr>
      <dsp:spPr>
        <a:xfrm>
          <a:off x="5898940" y="1605516"/>
          <a:ext cx="2507704" cy="376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800" kern="1200"/>
            <a:t>Documentación</a:t>
          </a:r>
          <a:endParaRPr lang="en-US" sz="1800" kern="1200"/>
        </a:p>
      </dsp:txBody>
      <dsp:txXfrm>
        <a:off x="5898940" y="1605516"/>
        <a:ext cx="2507704" cy="376155"/>
      </dsp:txXfrm>
    </dsp:sp>
    <dsp:sp modelId="{DF13D0D0-F46A-48AE-98E5-7DCFCF928593}">
      <dsp:nvSpPr>
        <dsp:cNvPr id="0" name=""/>
        <dsp:cNvSpPr/>
      </dsp:nvSpPr>
      <dsp:spPr>
        <a:xfrm>
          <a:off x="5898940" y="2019281"/>
          <a:ext cx="2507704" cy="508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Causas de detección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Evasión efectiva</a:t>
          </a:r>
          <a:endParaRPr lang="en-US" sz="1400" kern="1200"/>
        </a:p>
      </dsp:txBody>
      <dsp:txXfrm>
        <a:off x="5898940" y="2019281"/>
        <a:ext cx="2507704" cy="50811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10DF6-4577-408A-9592-87CBBF6D4B56}">
      <dsp:nvSpPr>
        <dsp:cNvPr id="0" name=""/>
        <dsp:cNvSpPr/>
      </dsp:nvSpPr>
      <dsp:spPr>
        <a:xfrm>
          <a:off x="0" y="475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647AB8-809A-4527-A551-BFA93F54B43C}">
      <dsp:nvSpPr>
        <dsp:cNvPr id="0" name=""/>
        <dsp:cNvSpPr/>
      </dsp:nvSpPr>
      <dsp:spPr>
        <a:xfrm>
          <a:off x="0" y="475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Análisis de necesidad</a:t>
          </a:r>
          <a:endParaRPr lang="en-US" sz="2500" b="0" kern="1200" dirty="0"/>
        </a:p>
      </dsp:txBody>
      <dsp:txXfrm>
        <a:off x="0" y="475"/>
        <a:ext cx="5138767" cy="556005"/>
      </dsp:txXfrm>
    </dsp:sp>
    <dsp:sp modelId="{8D7B1858-1BE1-4D93-BEC6-98B0EA977B5E}">
      <dsp:nvSpPr>
        <dsp:cNvPr id="0" name=""/>
        <dsp:cNvSpPr/>
      </dsp:nvSpPr>
      <dsp:spPr>
        <a:xfrm>
          <a:off x="0" y="556480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916706-4E88-4A37-88D5-E7CA63820114}">
      <dsp:nvSpPr>
        <dsp:cNvPr id="0" name=""/>
        <dsp:cNvSpPr/>
      </dsp:nvSpPr>
      <dsp:spPr>
        <a:xfrm>
          <a:off x="0" y="556480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Investigación inicial</a:t>
          </a:r>
          <a:endParaRPr lang="en-US" sz="2500" b="1" kern="1200" dirty="0"/>
        </a:p>
      </dsp:txBody>
      <dsp:txXfrm>
        <a:off x="0" y="556480"/>
        <a:ext cx="5138767" cy="556005"/>
      </dsp:txXfrm>
    </dsp:sp>
    <dsp:sp modelId="{43A7AD9F-F419-46D2-B13D-079CE72FBCD8}">
      <dsp:nvSpPr>
        <dsp:cNvPr id="0" name=""/>
        <dsp:cNvSpPr/>
      </dsp:nvSpPr>
      <dsp:spPr>
        <a:xfrm>
          <a:off x="0" y="1112486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335FDD-C06F-4393-AFEE-A935A88CFFB8}">
      <dsp:nvSpPr>
        <dsp:cNvPr id="0" name=""/>
        <dsp:cNvSpPr/>
      </dsp:nvSpPr>
      <dsp:spPr>
        <a:xfrm>
          <a:off x="0" y="1112486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Estudio de alternativas</a:t>
          </a:r>
          <a:endParaRPr lang="en-US" sz="2500" kern="1200"/>
        </a:p>
      </dsp:txBody>
      <dsp:txXfrm>
        <a:off x="0" y="1112486"/>
        <a:ext cx="5138767" cy="556005"/>
      </dsp:txXfrm>
    </dsp:sp>
    <dsp:sp modelId="{23CE7E00-AA6C-4998-9934-DF3C3D0CA3C6}">
      <dsp:nvSpPr>
        <dsp:cNvPr id="0" name=""/>
        <dsp:cNvSpPr/>
      </dsp:nvSpPr>
      <dsp:spPr>
        <a:xfrm>
          <a:off x="0" y="1668492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E7AD3A-66B0-4479-9C4E-4B189125BE46}">
      <dsp:nvSpPr>
        <dsp:cNvPr id="0" name=""/>
        <dsp:cNvSpPr/>
      </dsp:nvSpPr>
      <dsp:spPr>
        <a:xfrm>
          <a:off x="0" y="1668492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Diseño e implementación</a:t>
          </a:r>
          <a:endParaRPr lang="en-US" sz="2500" kern="1200"/>
        </a:p>
      </dsp:txBody>
      <dsp:txXfrm>
        <a:off x="0" y="1668492"/>
        <a:ext cx="5138767" cy="556005"/>
      </dsp:txXfrm>
    </dsp:sp>
    <dsp:sp modelId="{4FDC5E05-56EA-48A3-998F-34BC7C8FC984}">
      <dsp:nvSpPr>
        <dsp:cNvPr id="0" name=""/>
        <dsp:cNvSpPr/>
      </dsp:nvSpPr>
      <dsp:spPr>
        <a:xfrm>
          <a:off x="0" y="2224497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894015-B209-498D-83B1-1F536BC4049B}">
      <dsp:nvSpPr>
        <dsp:cNvPr id="0" name=""/>
        <dsp:cNvSpPr/>
      </dsp:nvSpPr>
      <dsp:spPr>
        <a:xfrm>
          <a:off x="0" y="2224497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Ejecución de pruebas</a:t>
          </a:r>
          <a:endParaRPr lang="en-US" sz="2500" kern="1200"/>
        </a:p>
      </dsp:txBody>
      <dsp:txXfrm>
        <a:off x="0" y="2224497"/>
        <a:ext cx="5138767" cy="556005"/>
      </dsp:txXfrm>
    </dsp:sp>
    <dsp:sp modelId="{F9BB2CA6-F60B-424F-81E3-9598470E0477}">
      <dsp:nvSpPr>
        <dsp:cNvPr id="0" name=""/>
        <dsp:cNvSpPr/>
      </dsp:nvSpPr>
      <dsp:spPr>
        <a:xfrm>
          <a:off x="0" y="2780503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7A795A-1EC4-43DE-AA64-C7C80BFB1D14}">
      <dsp:nvSpPr>
        <dsp:cNvPr id="0" name=""/>
        <dsp:cNvSpPr/>
      </dsp:nvSpPr>
      <dsp:spPr>
        <a:xfrm>
          <a:off x="0" y="2780503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Reducción de detectabilidad</a:t>
          </a:r>
          <a:endParaRPr lang="en-US" sz="2500" kern="1200" dirty="0"/>
        </a:p>
      </dsp:txBody>
      <dsp:txXfrm>
        <a:off x="0" y="2780503"/>
        <a:ext cx="5138767" cy="556005"/>
      </dsp:txXfrm>
    </dsp:sp>
    <dsp:sp modelId="{6E2DA852-A727-44E9-AE42-FFE3320390CB}">
      <dsp:nvSpPr>
        <dsp:cNvPr id="0" name=""/>
        <dsp:cNvSpPr/>
      </dsp:nvSpPr>
      <dsp:spPr>
        <a:xfrm>
          <a:off x="0" y="3336509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8AB5AE-2653-4C43-A369-0E2095D08EE7}">
      <dsp:nvSpPr>
        <dsp:cNvPr id="0" name=""/>
        <dsp:cNvSpPr/>
      </dsp:nvSpPr>
      <dsp:spPr>
        <a:xfrm>
          <a:off x="0" y="3336509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Conclusiones y Ampliaciones</a:t>
          </a:r>
          <a:endParaRPr lang="en-US" sz="2500" kern="1200" dirty="0"/>
        </a:p>
      </dsp:txBody>
      <dsp:txXfrm>
        <a:off x="0" y="3336509"/>
        <a:ext cx="5138767" cy="55600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42932-46C7-4E84-97D3-94226FB2CB56}">
      <dsp:nvSpPr>
        <dsp:cNvPr id="0" name=""/>
        <dsp:cNvSpPr/>
      </dsp:nvSpPr>
      <dsp:spPr>
        <a:xfrm>
          <a:off x="3385108" y="0"/>
          <a:ext cx="3870074" cy="3870074"/>
        </a:xfrm>
        <a:prstGeom prst="diamond">
          <a:avLst/>
        </a:prstGeom>
        <a:solidFill>
          <a:schemeClr val="tx1">
            <a:lumMod val="65000"/>
            <a:lumOff val="3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86AE38-F173-46B1-A0A3-D157B35979D0}">
      <dsp:nvSpPr>
        <dsp:cNvPr id="0" name=""/>
        <dsp:cNvSpPr/>
      </dsp:nvSpPr>
      <dsp:spPr>
        <a:xfrm>
          <a:off x="3733431" y="366321"/>
          <a:ext cx="1547997" cy="1512000"/>
        </a:xfrm>
        <a:prstGeom prst="roundRect">
          <a:avLst/>
        </a:prstGeom>
        <a:solidFill>
          <a:srgbClr val="26262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Doenerium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7/69</a:t>
          </a:r>
        </a:p>
      </dsp:txBody>
      <dsp:txXfrm>
        <a:off x="3807241" y="440131"/>
        <a:ext cx="1400377" cy="1364380"/>
      </dsp:txXfrm>
    </dsp:sp>
    <dsp:sp modelId="{29F2FF90-FB53-42C1-B358-04DABE675E75}">
      <dsp:nvSpPr>
        <dsp:cNvPr id="0" name=""/>
        <dsp:cNvSpPr/>
      </dsp:nvSpPr>
      <dsp:spPr>
        <a:xfrm>
          <a:off x="5358862" y="366321"/>
          <a:ext cx="1547997" cy="1512000"/>
        </a:xfrm>
        <a:prstGeom prst="roundRect">
          <a:avLst/>
        </a:prstGeom>
        <a:solidFill>
          <a:schemeClr val="tx1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 err="1"/>
            <a:t>InfoStealer</a:t>
          </a:r>
          <a:endParaRPr lang="es-E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13/73</a:t>
          </a:r>
        </a:p>
      </dsp:txBody>
      <dsp:txXfrm>
        <a:off x="5432672" y="440131"/>
        <a:ext cx="1400377" cy="1364380"/>
      </dsp:txXfrm>
    </dsp:sp>
    <dsp:sp modelId="{C8DF5187-51BE-49E9-8A7E-9E159AFA4148}">
      <dsp:nvSpPr>
        <dsp:cNvPr id="0" name=""/>
        <dsp:cNvSpPr/>
      </dsp:nvSpPr>
      <dsp:spPr>
        <a:xfrm>
          <a:off x="3733431" y="1991752"/>
          <a:ext cx="1547997" cy="1512000"/>
        </a:xfrm>
        <a:prstGeom prst="roundRect">
          <a:avLst/>
        </a:prstGeom>
        <a:solidFill>
          <a:schemeClr val="tx1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SapphireStealer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53/73</a:t>
          </a:r>
          <a:endParaRPr lang="en-US" sz="1400" kern="1200" dirty="0"/>
        </a:p>
      </dsp:txBody>
      <dsp:txXfrm>
        <a:off x="3807241" y="2065562"/>
        <a:ext cx="1400377" cy="1364380"/>
      </dsp:txXfrm>
    </dsp:sp>
    <dsp:sp modelId="{C8724D73-EE51-45C1-99E0-22144687675F}">
      <dsp:nvSpPr>
        <dsp:cNvPr id="0" name=""/>
        <dsp:cNvSpPr/>
      </dsp:nvSpPr>
      <dsp:spPr>
        <a:xfrm>
          <a:off x="5358862" y="1991752"/>
          <a:ext cx="1547997" cy="1512000"/>
        </a:xfrm>
        <a:prstGeom prst="roundRect">
          <a:avLst/>
        </a:prstGeom>
        <a:solidFill>
          <a:schemeClr val="tx1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 err="1"/>
            <a:t>TrapStealer</a:t>
          </a:r>
          <a:endParaRPr lang="es-E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12/72</a:t>
          </a:r>
          <a:endParaRPr lang="en-US" sz="1400" kern="1200" dirty="0"/>
        </a:p>
      </dsp:txBody>
      <dsp:txXfrm>
        <a:off x="5432672" y="2065562"/>
        <a:ext cx="1400377" cy="136438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10DF6-4577-408A-9592-87CBBF6D4B56}">
      <dsp:nvSpPr>
        <dsp:cNvPr id="0" name=""/>
        <dsp:cNvSpPr/>
      </dsp:nvSpPr>
      <dsp:spPr>
        <a:xfrm>
          <a:off x="0" y="475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647AB8-809A-4527-A551-BFA93F54B43C}">
      <dsp:nvSpPr>
        <dsp:cNvPr id="0" name=""/>
        <dsp:cNvSpPr/>
      </dsp:nvSpPr>
      <dsp:spPr>
        <a:xfrm>
          <a:off x="0" y="475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Análisis de necesidad</a:t>
          </a:r>
          <a:endParaRPr lang="en-US" sz="2500" b="0" kern="1200" dirty="0"/>
        </a:p>
      </dsp:txBody>
      <dsp:txXfrm>
        <a:off x="0" y="475"/>
        <a:ext cx="5138767" cy="556005"/>
      </dsp:txXfrm>
    </dsp:sp>
    <dsp:sp modelId="{8D7B1858-1BE1-4D93-BEC6-98B0EA977B5E}">
      <dsp:nvSpPr>
        <dsp:cNvPr id="0" name=""/>
        <dsp:cNvSpPr/>
      </dsp:nvSpPr>
      <dsp:spPr>
        <a:xfrm>
          <a:off x="0" y="556480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916706-4E88-4A37-88D5-E7CA63820114}">
      <dsp:nvSpPr>
        <dsp:cNvPr id="0" name=""/>
        <dsp:cNvSpPr/>
      </dsp:nvSpPr>
      <dsp:spPr>
        <a:xfrm>
          <a:off x="0" y="556480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Investigación inicial</a:t>
          </a:r>
          <a:endParaRPr lang="en-US" sz="2500" b="0" kern="1200" dirty="0"/>
        </a:p>
      </dsp:txBody>
      <dsp:txXfrm>
        <a:off x="0" y="556480"/>
        <a:ext cx="5138767" cy="556005"/>
      </dsp:txXfrm>
    </dsp:sp>
    <dsp:sp modelId="{43A7AD9F-F419-46D2-B13D-079CE72FBCD8}">
      <dsp:nvSpPr>
        <dsp:cNvPr id="0" name=""/>
        <dsp:cNvSpPr/>
      </dsp:nvSpPr>
      <dsp:spPr>
        <a:xfrm>
          <a:off x="0" y="1112486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335FDD-C06F-4393-AFEE-A935A88CFFB8}">
      <dsp:nvSpPr>
        <dsp:cNvPr id="0" name=""/>
        <dsp:cNvSpPr/>
      </dsp:nvSpPr>
      <dsp:spPr>
        <a:xfrm>
          <a:off x="0" y="1112486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Estudio de alternativas</a:t>
          </a:r>
          <a:endParaRPr lang="en-US" sz="2500" b="1" kern="1200" dirty="0"/>
        </a:p>
      </dsp:txBody>
      <dsp:txXfrm>
        <a:off x="0" y="1112486"/>
        <a:ext cx="5138767" cy="556005"/>
      </dsp:txXfrm>
    </dsp:sp>
    <dsp:sp modelId="{23CE7E00-AA6C-4998-9934-DF3C3D0CA3C6}">
      <dsp:nvSpPr>
        <dsp:cNvPr id="0" name=""/>
        <dsp:cNvSpPr/>
      </dsp:nvSpPr>
      <dsp:spPr>
        <a:xfrm>
          <a:off x="0" y="1668492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E7AD3A-66B0-4479-9C4E-4B189125BE46}">
      <dsp:nvSpPr>
        <dsp:cNvPr id="0" name=""/>
        <dsp:cNvSpPr/>
      </dsp:nvSpPr>
      <dsp:spPr>
        <a:xfrm>
          <a:off x="0" y="1668492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Diseño e implementación</a:t>
          </a:r>
          <a:endParaRPr lang="en-US" sz="2500" kern="1200"/>
        </a:p>
      </dsp:txBody>
      <dsp:txXfrm>
        <a:off x="0" y="1668492"/>
        <a:ext cx="5138767" cy="556005"/>
      </dsp:txXfrm>
    </dsp:sp>
    <dsp:sp modelId="{4FDC5E05-56EA-48A3-998F-34BC7C8FC984}">
      <dsp:nvSpPr>
        <dsp:cNvPr id="0" name=""/>
        <dsp:cNvSpPr/>
      </dsp:nvSpPr>
      <dsp:spPr>
        <a:xfrm>
          <a:off x="0" y="2224497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894015-B209-498D-83B1-1F536BC4049B}">
      <dsp:nvSpPr>
        <dsp:cNvPr id="0" name=""/>
        <dsp:cNvSpPr/>
      </dsp:nvSpPr>
      <dsp:spPr>
        <a:xfrm>
          <a:off x="0" y="2224497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Ejecución de pruebas</a:t>
          </a:r>
          <a:endParaRPr lang="en-US" sz="2500" kern="1200"/>
        </a:p>
      </dsp:txBody>
      <dsp:txXfrm>
        <a:off x="0" y="2224497"/>
        <a:ext cx="5138767" cy="556005"/>
      </dsp:txXfrm>
    </dsp:sp>
    <dsp:sp modelId="{F9BB2CA6-F60B-424F-81E3-9598470E0477}">
      <dsp:nvSpPr>
        <dsp:cNvPr id="0" name=""/>
        <dsp:cNvSpPr/>
      </dsp:nvSpPr>
      <dsp:spPr>
        <a:xfrm>
          <a:off x="0" y="2780503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7A795A-1EC4-43DE-AA64-C7C80BFB1D14}">
      <dsp:nvSpPr>
        <dsp:cNvPr id="0" name=""/>
        <dsp:cNvSpPr/>
      </dsp:nvSpPr>
      <dsp:spPr>
        <a:xfrm>
          <a:off x="0" y="2780503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Reducción de detectabilidad</a:t>
          </a:r>
          <a:endParaRPr lang="en-US" sz="2500" kern="1200" dirty="0"/>
        </a:p>
      </dsp:txBody>
      <dsp:txXfrm>
        <a:off x="0" y="2780503"/>
        <a:ext cx="5138767" cy="556005"/>
      </dsp:txXfrm>
    </dsp:sp>
    <dsp:sp modelId="{6E2DA852-A727-44E9-AE42-FFE3320390CB}">
      <dsp:nvSpPr>
        <dsp:cNvPr id="0" name=""/>
        <dsp:cNvSpPr/>
      </dsp:nvSpPr>
      <dsp:spPr>
        <a:xfrm>
          <a:off x="0" y="3336509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8AB5AE-2653-4C43-A369-0E2095D08EE7}">
      <dsp:nvSpPr>
        <dsp:cNvPr id="0" name=""/>
        <dsp:cNvSpPr/>
      </dsp:nvSpPr>
      <dsp:spPr>
        <a:xfrm>
          <a:off x="0" y="3336509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Conclusiones y Ampliaciones</a:t>
          </a:r>
          <a:endParaRPr lang="en-US" sz="2500" kern="1200" dirty="0"/>
        </a:p>
      </dsp:txBody>
      <dsp:txXfrm>
        <a:off x="0" y="3336509"/>
        <a:ext cx="5138767" cy="55600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10DF6-4577-408A-9592-87CBBF6D4B56}">
      <dsp:nvSpPr>
        <dsp:cNvPr id="0" name=""/>
        <dsp:cNvSpPr/>
      </dsp:nvSpPr>
      <dsp:spPr>
        <a:xfrm>
          <a:off x="0" y="475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647AB8-809A-4527-A551-BFA93F54B43C}">
      <dsp:nvSpPr>
        <dsp:cNvPr id="0" name=""/>
        <dsp:cNvSpPr/>
      </dsp:nvSpPr>
      <dsp:spPr>
        <a:xfrm>
          <a:off x="0" y="475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Análisis de necesidad</a:t>
          </a:r>
          <a:endParaRPr lang="en-US" sz="2500" b="0" kern="1200" dirty="0"/>
        </a:p>
      </dsp:txBody>
      <dsp:txXfrm>
        <a:off x="0" y="475"/>
        <a:ext cx="5138767" cy="556005"/>
      </dsp:txXfrm>
    </dsp:sp>
    <dsp:sp modelId="{8D7B1858-1BE1-4D93-BEC6-98B0EA977B5E}">
      <dsp:nvSpPr>
        <dsp:cNvPr id="0" name=""/>
        <dsp:cNvSpPr/>
      </dsp:nvSpPr>
      <dsp:spPr>
        <a:xfrm>
          <a:off x="0" y="556480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916706-4E88-4A37-88D5-E7CA63820114}">
      <dsp:nvSpPr>
        <dsp:cNvPr id="0" name=""/>
        <dsp:cNvSpPr/>
      </dsp:nvSpPr>
      <dsp:spPr>
        <a:xfrm>
          <a:off x="0" y="556480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Investigación inicial</a:t>
          </a:r>
          <a:endParaRPr lang="en-US" sz="2500" b="0" kern="1200" dirty="0"/>
        </a:p>
      </dsp:txBody>
      <dsp:txXfrm>
        <a:off x="0" y="556480"/>
        <a:ext cx="5138767" cy="556005"/>
      </dsp:txXfrm>
    </dsp:sp>
    <dsp:sp modelId="{43A7AD9F-F419-46D2-B13D-079CE72FBCD8}">
      <dsp:nvSpPr>
        <dsp:cNvPr id="0" name=""/>
        <dsp:cNvSpPr/>
      </dsp:nvSpPr>
      <dsp:spPr>
        <a:xfrm>
          <a:off x="0" y="1112486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335FDD-C06F-4393-AFEE-A935A88CFFB8}">
      <dsp:nvSpPr>
        <dsp:cNvPr id="0" name=""/>
        <dsp:cNvSpPr/>
      </dsp:nvSpPr>
      <dsp:spPr>
        <a:xfrm>
          <a:off x="0" y="1112486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Estudio de alternativas</a:t>
          </a:r>
          <a:endParaRPr lang="en-US" sz="2500" b="0" kern="1200" dirty="0"/>
        </a:p>
      </dsp:txBody>
      <dsp:txXfrm>
        <a:off x="0" y="1112486"/>
        <a:ext cx="5138767" cy="556005"/>
      </dsp:txXfrm>
    </dsp:sp>
    <dsp:sp modelId="{23CE7E00-AA6C-4998-9934-DF3C3D0CA3C6}">
      <dsp:nvSpPr>
        <dsp:cNvPr id="0" name=""/>
        <dsp:cNvSpPr/>
      </dsp:nvSpPr>
      <dsp:spPr>
        <a:xfrm>
          <a:off x="0" y="1668492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E7AD3A-66B0-4479-9C4E-4B189125BE46}">
      <dsp:nvSpPr>
        <dsp:cNvPr id="0" name=""/>
        <dsp:cNvSpPr/>
      </dsp:nvSpPr>
      <dsp:spPr>
        <a:xfrm>
          <a:off x="0" y="1668492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Diseño e implementación</a:t>
          </a:r>
          <a:endParaRPr lang="en-US" sz="2500" b="1" kern="1200" dirty="0"/>
        </a:p>
      </dsp:txBody>
      <dsp:txXfrm>
        <a:off x="0" y="1668492"/>
        <a:ext cx="5138767" cy="556005"/>
      </dsp:txXfrm>
    </dsp:sp>
    <dsp:sp modelId="{4FDC5E05-56EA-48A3-998F-34BC7C8FC984}">
      <dsp:nvSpPr>
        <dsp:cNvPr id="0" name=""/>
        <dsp:cNvSpPr/>
      </dsp:nvSpPr>
      <dsp:spPr>
        <a:xfrm>
          <a:off x="0" y="2224497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894015-B209-498D-83B1-1F536BC4049B}">
      <dsp:nvSpPr>
        <dsp:cNvPr id="0" name=""/>
        <dsp:cNvSpPr/>
      </dsp:nvSpPr>
      <dsp:spPr>
        <a:xfrm>
          <a:off x="0" y="2224497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Ejecución de pruebas</a:t>
          </a:r>
          <a:endParaRPr lang="en-US" sz="2500" kern="1200"/>
        </a:p>
      </dsp:txBody>
      <dsp:txXfrm>
        <a:off x="0" y="2224497"/>
        <a:ext cx="5138767" cy="556005"/>
      </dsp:txXfrm>
    </dsp:sp>
    <dsp:sp modelId="{F9BB2CA6-F60B-424F-81E3-9598470E0477}">
      <dsp:nvSpPr>
        <dsp:cNvPr id="0" name=""/>
        <dsp:cNvSpPr/>
      </dsp:nvSpPr>
      <dsp:spPr>
        <a:xfrm>
          <a:off x="0" y="2780503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7A795A-1EC4-43DE-AA64-C7C80BFB1D14}">
      <dsp:nvSpPr>
        <dsp:cNvPr id="0" name=""/>
        <dsp:cNvSpPr/>
      </dsp:nvSpPr>
      <dsp:spPr>
        <a:xfrm>
          <a:off x="0" y="2780503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Reducción de detectabilidad</a:t>
          </a:r>
          <a:endParaRPr lang="en-US" sz="2500" kern="1200" dirty="0"/>
        </a:p>
      </dsp:txBody>
      <dsp:txXfrm>
        <a:off x="0" y="2780503"/>
        <a:ext cx="5138767" cy="556005"/>
      </dsp:txXfrm>
    </dsp:sp>
    <dsp:sp modelId="{6E2DA852-A727-44E9-AE42-FFE3320390CB}">
      <dsp:nvSpPr>
        <dsp:cNvPr id="0" name=""/>
        <dsp:cNvSpPr/>
      </dsp:nvSpPr>
      <dsp:spPr>
        <a:xfrm>
          <a:off x="0" y="3336509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8AB5AE-2653-4C43-A369-0E2095D08EE7}">
      <dsp:nvSpPr>
        <dsp:cNvPr id="0" name=""/>
        <dsp:cNvSpPr/>
      </dsp:nvSpPr>
      <dsp:spPr>
        <a:xfrm>
          <a:off x="0" y="3336509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Conclusiones y Ampliaciones</a:t>
          </a:r>
          <a:endParaRPr lang="en-US" sz="2500" kern="1200" dirty="0"/>
        </a:p>
      </dsp:txBody>
      <dsp:txXfrm>
        <a:off x="0" y="3336509"/>
        <a:ext cx="5138767" cy="55600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AC2D46-B167-47F2-B949-C98A0D1C2AB5}">
      <dsp:nvSpPr>
        <dsp:cNvPr id="0" name=""/>
        <dsp:cNvSpPr/>
      </dsp:nvSpPr>
      <dsp:spPr>
        <a:xfrm>
          <a:off x="4022436" y="1600725"/>
          <a:ext cx="1936877" cy="6746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8456"/>
              </a:lnTo>
              <a:lnTo>
                <a:pt x="1936877" y="338456"/>
              </a:lnTo>
              <a:lnTo>
                <a:pt x="1936877" y="674608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dash"/>
          <a:miter lim="800000"/>
          <a:headEnd type="triangle" w="lg" len="lg"/>
          <a:tailEnd type="non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A0C616-8ACE-4186-ADFB-4A44E52D113B}">
      <dsp:nvSpPr>
        <dsp:cNvPr id="0" name=""/>
        <dsp:cNvSpPr/>
      </dsp:nvSpPr>
      <dsp:spPr>
        <a:xfrm>
          <a:off x="2085558" y="1600725"/>
          <a:ext cx="1936877" cy="674608"/>
        </a:xfrm>
        <a:custGeom>
          <a:avLst/>
          <a:gdLst/>
          <a:ahLst/>
          <a:cxnLst/>
          <a:rect l="0" t="0" r="0" b="0"/>
          <a:pathLst>
            <a:path>
              <a:moveTo>
                <a:pt x="1936877" y="0"/>
              </a:moveTo>
              <a:lnTo>
                <a:pt x="1936877" y="338456"/>
              </a:lnTo>
              <a:lnTo>
                <a:pt x="0" y="338456"/>
              </a:lnTo>
              <a:lnTo>
                <a:pt x="0" y="674608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dash"/>
          <a:miter lim="800000"/>
          <a:headEnd type="triangle" w="lg" len="lg"/>
          <a:tailEnd type="non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DE44C4-4DEC-450F-8A37-0C6A4D2802C9}">
      <dsp:nvSpPr>
        <dsp:cNvPr id="0" name=""/>
        <dsp:cNvSpPr/>
      </dsp:nvSpPr>
      <dsp:spPr>
        <a:xfrm>
          <a:off x="2421711" y="0"/>
          <a:ext cx="3201450" cy="1600725"/>
        </a:xfrm>
        <a:prstGeom prst="flowChartAlternateProcess">
          <a:avLst/>
        </a:prstGeom>
        <a:solidFill>
          <a:schemeClr val="tx2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 err="1"/>
            <a:t>IExfiltrator</a:t>
          </a:r>
          <a:r>
            <a:rPr lang="es-ES" sz="2100" kern="1200" dirty="0"/>
            <a:t>&lt;T&gt;</a:t>
          </a:r>
        </a:p>
      </dsp:txBody>
      <dsp:txXfrm>
        <a:off x="2499850" y="78139"/>
        <a:ext cx="3045172" cy="1444447"/>
      </dsp:txXfrm>
    </dsp:sp>
    <dsp:sp modelId="{3573DEA5-1B00-4F57-8686-9D180132E878}">
      <dsp:nvSpPr>
        <dsp:cNvPr id="0" name=""/>
        <dsp:cNvSpPr/>
      </dsp:nvSpPr>
      <dsp:spPr>
        <a:xfrm>
          <a:off x="484833" y="2275334"/>
          <a:ext cx="3201450" cy="1600725"/>
        </a:xfrm>
        <a:prstGeom prst="flowChartAlternateProcess">
          <a:avLst/>
        </a:prstGeom>
        <a:solidFill>
          <a:schemeClr val="tx2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 err="1"/>
            <a:t>DummyExfiltrator</a:t>
          </a:r>
          <a:r>
            <a:rPr lang="es-ES" sz="2100" kern="1200" dirty="0"/>
            <a:t>&lt;T&gt;</a:t>
          </a:r>
        </a:p>
      </dsp:txBody>
      <dsp:txXfrm>
        <a:off x="562972" y="2353473"/>
        <a:ext cx="3045172" cy="1444447"/>
      </dsp:txXfrm>
    </dsp:sp>
    <dsp:sp modelId="{5EF54805-C632-4E94-BDEB-5C622C4F8D52}">
      <dsp:nvSpPr>
        <dsp:cNvPr id="0" name=""/>
        <dsp:cNvSpPr/>
      </dsp:nvSpPr>
      <dsp:spPr>
        <a:xfrm>
          <a:off x="4358588" y="2275334"/>
          <a:ext cx="3201450" cy="1600725"/>
        </a:xfrm>
        <a:prstGeom prst="flowChartAlternateProcess">
          <a:avLst/>
        </a:prstGeom>
        <a:solidFill>
          <a:schemeClr val="tx2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 err="1"/>
            <a:t>ElasticExfiltrator</a:t>
          </a:r>
          <a:r>
            <a:rPr lang="es-ES" sz="2100" kern="1200" dirty="0"/>
            <a:t>&lt;String&gt;</a:t>
          </a:r>
        </a:p>
      </dsp:txBody>
      <dsp:txXfrm>
        <a:off x="4436727" y="2353473"/>
        <a:ext cx="3045172" cy="144444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10DF6-4577-408A-9592-87CBBF6D4B56}">
      <dsp:nvSpPr>
        <dsp:cNvPr id="0" name=""/>
        <dsp:cNvSpPr/>
      </dsp:nvSpPr>
      <dsp:spPr>
        <a:xfrm>
          <a:off x="0" y="475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647AB8-809A-4527-A551-BFA93F54B43C}">
      <dsp:nvSpPr>
        <dsp:cNvPr id="0" name=""/>
        <dsp:cNvSpPr/>
      </dsp:nvSpPr>
      <dsp:spPr>
        <a:xfrm>
          <a:off x="0" y="475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Análisis de necesidad</a:t>
          </a:r>
          <a:endParaRPr lang="en-US" sz="2500" b="0" kern="1200" dirty="0"/>
        </a:p>
      </dsp:txBody>
      <dsp:txXfrm>
        <a:off x="0" y="475"/>
        <a:ext cx="5138767" cy="556005"/>
      </dsp:txXfrm>
    </dsp:sp>
    <dsp:sp modelId="{8D7B1858-1BE1-4D93-BEC6-98B0EA977B5E}">
      <dsp:nvSpPr>
        <dsp:cNvPr id="0" name=""/>
        <dsp:cNvSpPr/>
      </dsp:nvSpPr>
      <dsp:spPr>
        <a:xfrm>
          <a:off x="0" y="556480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916706-4E88-4A37-88D5-E7CA63820114}">
      <dsp:nvSpPr>
        <dsp:cNvPr id="0" name=""/>
        <dsp:cNvSpPr/>
      </dsp:nvSpPr>
      <dsp:spPr>
        <a:xfrm>
          <a:off x="0" y="556480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Investigación inicial</a:t>
          </a:r>
          <a:endParaRPr lang="en-US" sz="2500" b="0" kern="1200" dirty="0"/>
        </a:p>
      </dsp:txBody>
      <dsp:txXfrm>
        <a:off x="0" y="556480"/>
        <a:ext cx="5138767" cy="556005"/>
      </dsp:txXfrm>
    </dsp:sp>
    <dsp:sp modelId="{43A7AD9F-F419-46D2-B13D-079CE72FBCD8}">
      <dsp:nvSpPr>
        <dsp:cNvPr id="0" name=""/>
        <dsp:cNvSpPr/>
      </dsp:nvSpPr>
      <dsp:spPr>
        <a:xfrm>
          <a:off x="0" y="1112486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335FDD-C06F-4393-AFEE-A935A88CFFB8}">
      <dsp:nvSpPr>
        <dsp:cNvPr id="0" name=""/>
        <dsp:cNvSpPr/>
      </dsp:nvSpPr>
      <dsp:spPr>
        <a:xfrm>
          <a:off x="0" y="1112486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Estudio de alternativas</a:t>
          </a:r>
          <a:endParaRPr lang="en-US" sz="2500" b="0" kern="1200" dirty="0"/>
        </a:p>
      </dsp:txBody>
      <dsp:txXfrm>
        <a:off x="0" y="1112486"/>
        <a:ext cx="5138767" cy="556005"/>
      </dsp:txXfrm>
    </dsp:sp>
    <dsp:sp modelId="{23CE7E00-AA6C-4998-9934-DF3C3D0CA3C6}">
      <dsp:nvSpPr>
        <dsp:cNvPr id="0" name=""/>
        <dsp:cNvSpPr/>
      </dsp:nvSpPr>
      <dsp:spPr>
        <a:xfrm>
          <a:off x="0" y="1668492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E7AD3A-66B0-4479-9C4E-4B189125BE46}">
      <dsp:nvSpPr>
        <dsp:cNvPr id="0" name=""/>
        <dsp:cNvSpPr/>
      </dsp:nvSpPr>
      <dsp:spPr>
        <a:xfrm>
          <a:off x="0" y="1668492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Diseño e implementación</a:t>
          </a:r>
          <a:endParaRPr lang="en-US" sz="2500" b="0" kern="1200" dirty="0"/>
        </a:p>
      </dsp:txBody>
      <dsp:txXfrm>
        <a:off x="0" y="1668492"/>
        <a:ext cx="5138767" cy="556005"/>
      </dsp:txXfrm>
    </dsp:sp>
    <dsp:sp modelId="{4FDC5E05-56EA-48A3-998F-34BC7C8FC984}">
      <dsp:nvSpPr>
        <dsp:cNvPr id="0" name=""/>
        <dsp:cNvSpPr/>
      </dsp:nvSpPr>
      <dsp:spPr>
        <a:xfrm>
          <a:off x="0" y="2224497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894015-B209-498D-83B1-1F536BC4049B}">
      <dsp:nvSpPr>
        <dsp:cNvPr id="0" name=""/>
        <dsp:cNvSpPr/>
      </dsp:nvSpPr>
      <dsp:spPr>
        <a:xfrm>
          <a:off x="0" y="2224497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Ejecución de pruebas</a:t>
          </a:r>
          <a:endParaRPr lang="en-US" sz="2500" b="1" kern="1200" dirty="0"/>
        </a:p>
      </dsp:txBody>
      <dsp:txXfrm>
        <a:off x="0" y="2224497"/>
        <a:ext cx="5138767" cy="556005"/>
      </dsp:txXfrm>
    </dsp:sp>
    <dsp:sp modelId="{F9BB2CA6-F60B-424F-81E3-9598470E0477}">
      <dsp:nvSpPr>
        <dsp:cNvPr id="0" name=""/>
        <dsp:cNvSpPr/>
      </dsp:nvSpPr>
      <dsp:spPr>
        <a:xfrm>
          <a:off x="0" y="2780503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7A795A-1EC4-43DE-AA64-C7C80BFB1D14}">
      <dsp:nvSpPr>
        <dsp:cNvPr id="0" name=""/>
        <dsp:cNvSpPr/>
      </dsp:nvSpPr>
      <dsp:spPr>
        <a:xfrm>
          <a:off x="0" y="2780503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Reducción de detectabilidad</a:t>
          </a:r>
          <a:endParaRPr lang="en-US" sz="2500" kern="1200" dirty="0"/>
        </a:p>
      </dsp:txBody>
      <dsp:txXfrm>
        <a:off x="0" y="2780503"/>
        <a:ext cx="5138767" cy="556005"/>
      </dsp:txXfrm>
    </dsp:sp>
    <dsp:sp modelId="{6E2DA852-A727-44E9-AE42-FFE3320390CB}">
      <dsp:nvSpPr>
        <dsp:cNvPr id="0" name=""/>
        <dsp:cNvSpPr/>
      </dsp:nvSpPr>
      <dsp:spPr>
        <a:xfrm>
          <a:off x="0" y="3336509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8AB5AE-2653-4C43-A369-0E2095D08EE7}">
      <dsp:nvSpPr>
        <dsp:cNvPr id="0" name=""/>
        <dsp:cNvSpPr/>
      </dsp:nvSpPr>
      <dsp:spPr>
        <a:xfrm>
          <a:off x="0" y="3336509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Conclusiones y Ampliaciones</a:t>
          </a:r>
          <a:endParaRPr lang="en-US" sz="2500" kern="1200" dirty="0"/>
        </a:p>
      </dsp:txBody>
      <dsp:txXfrm>
        <a:off x="0" y="3336509"/>
        <a:ext cx="5138767" cy="55600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10DF6-4577-408A-9592-87CBBF6D4B56}">
      <dsp:nvSpPr>
        <dsp:cNvPr id="0" name=""/>
        <dsp:cNvSpPr/>
      </dsp:nvSpPr>
      <dsp:spPr>
        <a:xfrm>
          <a:off x="0" y="475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647AB8-809A-4527-A551-BFA93F54B43C}">
      <dsp:nvSpPr>
        <dsp:cNvPr id="0" name=""/>
        <dsp:cNvSpPr/>
      </dsp:nvSpPr>
      <dsp:spPr>
        <a:xfrm>
          <a:off x="0" y="475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Análisis de necesidad</a:t>
          </a:r>
          <a:endParaRPr lang="en-US" sz="2500" b="0" kern="1200" dirty="0"/>
        </a:p>
      </dsp:txBody>
      <dsp:txXfrm>
        <a:off x="0" y="475"/>
        <a:ext cx="5138767" cy="556005"/>
      </dsp:txXfrm>
    </dsp:sp>
    <dsp:sp modelId="{8D7B1858-1BE1-4D93-BEC6-98B0EA977B5E}">
      <dsp:nvSpPr>
        <dsp:cNvPr id="0" name=""/>
        <dsp:cNvSpPr/>
      </dsp:nvSpPr>
      <dsp:spPr>
        <a:xfrm>
          <a:off x="0" y="556480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916706-4E88-4A37-88D5-E7CA63820114}">
      <dsp:nvSpPr>
        <dsp:cNvPr id="0" name=""/>
        <dsp:cNvSpPr/>
      </dsp:nvSpPr>
      <dsp:spPr>
        <a:xfrm>
          <a:off x="0" y="556480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Investigación inicial</a:t>
          </a:r>
          <a:endParaRPr lang="en-US" sz="2500" b="0" kern="1200" dirty="0"/>
        </a:p>
      </dsp:txBody>
      <dsp:txXfrm>
        <a:off x="0" y="556480"/>
        <a:ext cx="5138767" cy="556005"/>
      </dsp:txXfrm>
    </dsp:sp>
    <dsp:sp modelId="{43A7AD9F-F419-46D2-B13D-079CE72FBCD8}">
      <dsp:nvSpPr>
        <dsp:cNvPr id="0" name=""/>
        <dsp:cNvSpPr/>
      </dsp:nvSpPr>
      <dsp:spPr>
        <a:xfrm>
          <a:off x="0" y="1112486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335FDD-C06F-4393-AFEE-A935A88CFFB8}">
      <dsp:nvSpPr>
        <dsp:cNvPr id="0" name=""/>
        <dsp:cNvSpPr/>
      </dsp:nvSpPr>
      <dsp:spPr>
        <a:xfrm>
          <a:off x="0" y="1112486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Estudio de alternativas</a:t>
          </a:r>
          <a:endParaRPr lang="en-US" sz="2500" b="0" kern="1200" dirty="0"/>
        </a:p>
      </dsp:txBody>
      <dsp:txXfrm>
        <a:off x="0" y="1112486"/>
        <a:ext cx="5138767" cy="556005"/>
      </dsp:txXfrm>
    </dsp:sp>
    <dsp:sp modelId="{23CE7E00-AA6C-4998-9934-DF3C3D0CA3C6}">
      <dsp:nvSpPr>
        <dsp:cNvPr id="0" name=""/>
        <dsp:cNvSpPr/>
      </dsp:nvSpPr>
      <dsp:spPr>
        <a:xfrm>
          <a:off x="0" y="1668492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E7AD3A-66B0-4479-9C4E-4B189125BE46}">
      <dsp:nvSpPr>
        <dsp:cNvPr id="0" name=""/>
        <dsp:cNvSpPr/>
      </dsp:nvSpPr>
      <dsp:spPr>
        <a:xfrm>
          <a:off x="0" y="1668492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Diseño e implementación</a:t>
          </a:r>
          <a:endParaRPr lang="en-US" sz="2500" b="0" kern="1200" dirty="0"/>
        </a:p>
      </dsp:txBody>
      <dsp:txXfrm>
        <a:off x="0" y="1668492"/>
        <a:ext cx="5138767" cy="556005"/>
      </dsp:txXfrm>
    </dsp:sp>
    <dsp:sp modelId="{4FDC5E05-56EA-48A3-998F-34BC7C8FC984}">
      <dsp:nvSpPr>
        <dsp:cNvPr id="0" name=""/>
        <dsp:cNvSpPr/>
      </dsp:nvSpPr>
      <dsp:spPr>
        <a:xfrm>
          <a:off x="0" y="2224497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894015-B209-498D-83B1-1F536BC4049B}">
      <dsp:nvSpPr>
        <dsp:cNvPr id="0" name=""/>
        <dsp:cNvSpPr/>
      </dsp:nvSpPr>
      <dsp:spPr>
        <a:xfrm>
          <a:off x="0" y="2224497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Ejecución de pruebas</a:t>
          </a:r>
          <a:endParaRPr lang="en-US" sz="2500" b="0" kern="1200" dirty="0"/>
        </a:p>
      </dsp:txBody>
      <dsp:txXfrm>
        <a:off x="0" y="2224497"/>
        <a:ext cx="5138767" cy="556005"/>
      </dsp:txXfrm>
    </dsp:sp>
    <dsp:sp modelId="{F9BB2CA6-F60B-424F-81E3-9598470E0477}">
      <dsp:nvSpPr>
        <dsp:cNvPr id="0" name=""/>
        <dsp:cNvSpPr/>
      </dsp:nvSpPr>
      <dsp:spPr>
        <a:xfrm>
          <a:off x="0" y="2780503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7A795A-1EC4-43DE-AA64-C7C80BFB1D14}">
      <dsp:nvSpPr>
        <dsp:cNvPr id="0" name=""/>
        <dsp:cNvSpPr/>
      </dsp:nvSpPr>
      <dsp:spPr>
        <a:xfrm>
          <a:off x="0" y="2780503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Reducción de detectabilidad</a:t>
          </a:r>
          <a:endParaRPr lang="en-US" sz="2500" b="1" kern="1200" dirty="0"/>
        </a:p>
      </dsp:txBody>
      <dsp:txXfrm>
        <a:off x="0" y="2780503"/>
        <a:ext cx="5138767" cy="556005"/>
      </dsp:txXfrm>
    </dsp:sp>
    <dsp:sp modelId="{6E2DA852-A727-44E9-AE42-FFE3320390CB}">
      <dsp:nvSpPr>
        <dsp:cNvPr id="0" name=""/>
        <dsp:cNvSpPr/>
      </dsp:nvSpPr>
      <dsp:spPr>
        <a:xfrm>
          <a:off x="0" y="3336509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8AB5AE-2653-4C43-A369-0E2095D08EE7}">
      <dsp:nvSpPr>
        <dsp:cNvPr id="0" name=""/>
        <dsp:cNvSpPr/>
      </dsp:nvSpPr>
      <dsp:spPr>
        <a:xfrm>
          <a:off x="0" y="3336509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Conclusiones y Ampliaciones</a:t>
          </a:r>
          <a:endParaRPr lang="en-US" sz="2500" kern="1200" dirty="0"/>
        </a:p>
      </dsp:txBody>
      <dsp:txXfrm>
        <a:off x="0" y="3336509"/>
        <a:ext cx="5138767" cy="55600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10DF6-4577-408A-9592-87CBBF6D4B56}">
      <dsp:nvSpPr>
        <dsp:cNvPr id="0" name=""/>
        <dsp:cNvSpPr/>
      </dsp:nvSpPr>
      <dsp:spPr>
        <a:xfrm>
          <a:off x="0" y="475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647AB8-809A-4527-A551-BFA93F54B43C}">
      <dsp:nvSpPr>
        <dsp:cNvPr id="0" name=""/>
        <dsp:cNvSpPr/>
      </dsp:nvSpPr>
      <dsp:spPr>
        <a:xfrm>
          <a:off x="0" y="475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Análisis de necesidad</a:t>
          </a:r>
          <a:endParaRPr lang="en-US" sz="2500" b="0" kern="1200" dirty="0"/>
        </a:p>
      </dsp:txBody>
      <dsp:txXfrm>
        <a:off x="0" y="475"/>
        <a:ext cx="5138767" cy="556005"/>
      </dsp:txXfrm>
    </dsp:sp>
    <dsp:sp modelId="{8D7B1858-1BE1-4D93-BEC6-98B0EA977B5E}">
      <dsp:nvSpPr>
        <dsp:cNvPr id="0" name=""/>
        <dsp:cNvSpPr/>
      </dsp:nvSpPr>
      <dsp:spPr>
        <a:xfrm>
          <a:off x="0" y="556480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A916706-4E88-4A37-88D5-E7CA63820114}">
      <dsp:nvSpPr>
        <dsp:cNvPr id="0" name=""/>
        <dsp:cNvSpPr/>
      </dsp:nvSpPr>
      <dsp:spPr>
        <a:xfrm>
          <a:off x="0" y="556480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Investigación inicial</a:t>
          </a:r>
          <a:endParaRPr lang="en-US" sz="2500" b="0" kern="1200" dirty="0"/>
        </a:p>
      </dsp:txBody>
      <dsp:txXfrm>
        <a:off x="0" y="556480"/>
        <a:ext cx="5138767" cy="556005"/>
      </dsp:txXfrm>
    </dsp:sp>
    <dsp:sp modelId="{43A7AD9F-F419-46D2-B13D-079CE72FBCD8}">
      <dsp:nvSpPr>
        <dsp:cNvPr id="0" name=""/>
        <dsp:cNvSpPr/>
      </dsp:nvSpPr>
      <dsp:spPr>
        <a:xfrm>
          <a:off x="0" y="1112486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335FDD-C06F-4393-AFEE-A935A88CFFB8}">
      <dsp:nvSpPr>
        <dsp:cNvPr id="0" name=""/>
        <dsp:cNvSpPr/>
      </dsp:nvSpPr>
      <dsp:spPr>
        <a:xfrm>
          <a:off x="0" y="1112486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Estudio de alternativas</a:t>
          </a:r>
          <a:endParaRPr lang="en-US" sz="2500" b="0" kern="1200" dirty="0"/>
        </a:p>
      </dsp:txBody>
      <dsp:txXfrm>
        <a:off x="0" y="1112486"/>
        <a:ext cx="5138767" cy="556005"/>
      </dsp:txXfrm>
    </dsp:sp>
    <dsp:sp modelId="{23CE7E00-AA6C-4998-9934-DF3C3D0CA3C6}">
      <dsp:nvSpPr>
        <dsp:cNvPr id="0" name=""/>
        <dsp:cNvSpPr/>
      </dsp:nvSpPr>
      <dsp:spPr>
        <a:xfrm>
          <a:off x="0" y="1668492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E7AD3A-66B0-4479-9C4E-4B189125BE46}">
      <dsp:nvSpPr>
        <dsp:cNvPr id="0" name=""/>
        <dsp:cNvSpPr/>
      </dsp:nvSpPr>
      <dsp:spPr>
        <a:xfrm>
          <a:off x="0" y="1668492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Diseño e implementación</a:t>
          </a:r>
          <a:endParaRPr lang="en-US" sz="2500" b="0" kern="1200" dirty="0"/>
        </a:p>
      </dsp:txBody>
      <dsp:txXfrm>
        <a:off x="0" y="1668492"/>
        <a:ext cx="5138767" cy="556005"/>
      </dsp:txXfrm>
    </dsp:sp>
    <dsp:sp modelId="{4FDC5E05-56EA-48A3-998F-34BC7C8FC984}">
      <dsp:nvSpPr>
        <dsp:cNvPr id="0" name=""/>
        <dsp:cNvSpPr/>
      </dsp:nvSpPr>
      <dsp:spPr>
        <a:xfrm>
          <a:off x="0" y="2224497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894015-B209-498D-83B1-1F536BC4049B}">
      <dsp:nvSpPr>
        <dsp:cNvPr id="0" name=""/>
        <dsp:cNvSpPr/>
      </dsp:nvSpPr>
      <dsp:spPr>
        <a:xfrm>
          <a:off x="0" y="2224497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Ejecución de pruebas</a:t>
          </a:r>
          <a:endParaRPr lang="en-US" sz="2500" b="0" kern="1200" dirty="0"/>
        </a:p>
      </dsp:txBody>
      <dsp:txXfrm>
        <a:off x="0" y="2224497"/>
        <a:ext cx="5138767" cy="556005"/>
      </dsp:txXfrm>
    </dsp:sp>
    <dsp:sp modelId="{F9BB2CA6-F60B-424F-81E3-9598470E0477}">
      <dsp:nvSpPr>
        <dsp:cNvPr id="0" name=""/>
        <dsp:cNvSpPr/>
      </dsp:nvSpPr>
      <dsp:spPr>
        <a:xfrm>
          <a:off x="0" y="2780503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7A795A-1EC4-43DE-AA64-C7C80BFB1D14}">
      <dsp:nvSpPr>
        <dsp:cNvPr id="0" name=""/>
        <dsp:cNvSpPr/>
      </dsp:nvSpPr>
      <dsp:spPr>
        <a:xfrm>
          <a:off x="0" y="2780503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kern="1200" dirty="0"/>
            <a:t>Reducción de detectabilidad</a:t>
          </a:r>
          <a:endParaRPr lang="en-US" sz="2500" b="0" kern="1200" dirty="0"/>
        </a:p>
      </dsp:txBody>
      <dsp:txXfrm>
        <a:off x="0" y="2780503"/>
        <a:ext cx="5138767" cy="556005"/>
      </dsp:txXfrm>
    </dsp:sp>
    <dsp:sp modelId="{6E2DA852-A727-44E9-AE42-FFE3320390CB}">
      <dsp:nvSpPr>
        <dsp:cNvPr id="0" name=""/>
        <dsp:cNvSpPr/>
      </dsp:nvSpPr>
      <dsp:spPr>
        <a:xfrm>
          <a:off x="0" y="3336509"/>
          <a:ext cx="5138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8AB5AE-2653-4C43-A369-0E2095D08EE7}">
      <dsp:nvSpPr>
        <dsp:cNvPr id="0" name=""/>
        <dsp:cNvSpPr/>
      </dsp:nvSpPr>
      <dsp:spPr>
        <a:xfrm>
          <a:off x="0" y="3336509"/>
          <a:ext cx="5138767" cy="556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Conclusiones y Ampliaciones</a:t>
          </a:r>
          <a:endParaRPr lang="en-US" sz="2500" b="1" kern="1200" dirty="0"/>
        </a:p>
      </dsp:txBody>
      <dsp:txXfrm>
        <a:off x="0" y="3336509"/>
        <a:ext cx="5138767" cy="55600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36B98-4547-4B67-9558-B4FA0DE1972F}">
      <dsp:nvSpPr>
        <dsp:cNvPr id="0" name=""/>
        <dsp:cNvSpPr/>
      </dsp:nvSpPr>
      <dsp:spPr>
        <a:xfrm>
          <a:off x="0" y="1549"/>
          <a:ext cx="10667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57F19-A81A-4626-BD64-1D4B47507C12}">
      <dsp:nvSpPr>
        <dsp:cNvPr id="0" name=""/>
        <dsp:cNvSpPr/>
      </dsp:nvSpPr>
      <dsp:spPr>
        <a:xfrm>
          <a:off x="0" y="1549"/>
          <a:ext cx="10667999" cy="105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Bypass de </a:t>
          </a:r>
          <a:r>
            <a:rPr lang="en-US" sz="3300" kern="1200" dirty="0" err="1"/>
            <a:t>todos</a:t>
          </a:r>
          <a:r>
            <a:rPr lang="en-US" sz="3300" kern="1200" dirty="0"/>
            <a:t> </a:t>
          </a:r>
          <a:r>
            <a:rPr lang="en-US" sz="3300" kern="1200" dirty="0" err="1"/>
            <a:t>los</a:t>
          </a:r>
          <a:r>
            <a:rPr lang="en-US" sz="3300" kern="1200" dirty="0"/>
            <a:t> EDR </a:t>
          </a:r>
          <a:r>
            <a:rPr lang="en-US" sz="3300" kern="1200" dirty="0" err="1"/>
            <a:t>analizados</a:t>
          </a:r>
          <a:endParaRPr lang="en-US" sz="3300" kern="1200" dirty="0"/>
        </a:p>
      </dsp:txBody>
      <dsp:txXfrm>
        <a:off x="0" y="1549"/>
        <a:ext cx="10667999" cy="1057085"/>
      </dsp:txXfrm>
    </dsp:sp>
    <dsp:sp modelId="{2C4FA78E-1831-4281-81F9-96DC02389C78}">
      <dsp:nvSpPr>
        <dsp:cNvPr id="0" name=""/>
        <dsp:cNvSpPr/>
      </dsp:nvSpPr>
      <dsp:spPr>
        <a:xfrm>
          <a:off x="0" y="1058635"/>
          <a:ext cx="10667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636409-76D9-4FC0-B83E-94D006E77036}">
      <dsp:nvSpPr>
        <dsp:cNvPr id="0" name=""/>
        <dsp:cNvSpPr/>
      </dsp:nvSpPr>
      <dsp:spPr>
        <a:xfrm>
          <a:off x="0" y="1058635"/>
          <a:ext cx="10667999" cy="105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Mecanismos</a:t>
          </a:r>
          <a:r>
            <a:rPr lang="en-US" sz="3300" kern="1200" dirty="0"/>
            <a:t> de </a:t>
          </a:r>
          <a:r>
            <a:rPr lang="en-US" sz="3300" kern="1200" dirty="0" err="1"/>
            <a:t>detección</a:t>
          </a:r>
          <a:r>
            <a:rPr lang="en-US" sz="3300" kern="1200" dirty="0"/>
            <a:t> </a:t>
          </a:r>
          <a:r>
            <a:rPr lang="en-US" sz="3300" kern="1200" dirty="0" err="1"/>
            <a:t>muy</a:t>
          </a:r>
          <a:r>
            <a:rPr lang="en-US" sz="3300" kern="1200" dirty="0"/>
            <a:t> </a:t>
          </a:r>
          <a:r>
            <a:rPr lang="en-US" sz="3300" kern="1200" dirty="0" err="1"/>
            <a:t>primitivos</a:t>
          </a:r>
          <a:endParaRPr lang="en-US" sz="3300" kern="1200" dirty="0"/>
        </a:p>
      </dsp:txBody>
      <dsp:txXfrm>
        <a:off x="0" y="1058635"/>
        <a:ext cx="10667999" cy="1057085"/>
      </dsp:txXfrm>
    </dsp:sp>
    <dsp:sp modelId="{7FCECD62-8481-4FE3-8373-76BCE3FB4159}">
      <dsp:nvSpPr>
        <dsp:cNvPr id="0" name=""/>
        <dsp:cNvSpPr/>
      </dsp:nvSpPr>
      <dsp:spPr>
        <a:xfrm>
          <a:off x="0" y="2115721"/>
          <a:ext cx="10667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CDF271-E8F1-4C46-B88E-CFA5498086D4}">
      <dsp:nvSpPr>
        <dsp:cNvPr id="0" name=""/>
        <dsp:cNvSpPr/>
      </dsp:nvSpPr>
      <dsp:spPr>
        <a:xfrm>
          <a:off x="0" y="2115721"/>
          <a:ext cx="10667999" cy="1057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Herramientas</a:t>
          </a:r>
          <a:r>
            <a:rPr lang="en-US" sz="3300" kern="1200" dirty="0"/>
            <a:t> </a:t>
          </a:r>
          <a:r>
            <a:rPr lang="en-US" sz="3300" kern="1200" dirty="0" err="1"/>
            <a:t>muy</a:t>
          </a:r>
          <a:r>
            <a:rPr lang="en-US" sz="3300" kern="1200" dirty="0"/>
            <a:t> </a:t>
          </a:r>
          <a:r>
            <a:rPr lang="en-US" sz="3300" kern="1200" dirty="0" err="1"/>
            <a:t>extendidas</a:t>
          </a:r>
          <a:r>
            <a:rPr lang="en-US" sz="3300" kern="1200" dirty="0"/>
            <a:t> entre </a:t>
          </a:r>
          <a:r>
            <a:rPr lang="en-US" sz="3300" kern="1200" dirty="0" err="1"/>
            <a:t>ciberdelincuentes</a:t>
          </a:r>
          <a:endParaRPr lang="en-US" sz="3300" kern="1200" dirty="0"/>
        </a:p>
      </dsp:txBody>
      <dsp:txXfrm>
        <a:off x="0" y="2115721"/>
        <a:ext cx="10667999" cy="105708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36B98-4547-4B67-9558-B4FA0DE1972F}">
      <dsp:nvSpPr>
        <dsp:cNvPr id="0" name=""/>
        <dsp:cNvSpPr/>
      </dsp:nvSpPr>
      <dsp:spPr>
        <a:xfrm>
          <a:off x="0" y="38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57F19-A81A-4626-BD64-1D4B47507C12}">
      <dsp:nvSpPr>
        <dsp:cNvPr id="0" name=""/>
        <dsp:cNvSpPr/>
      </dsp:nvSpPr>
      <dsp:spPr>
        <a:xfrm>
          <a:off x="0" y="387"/>
          <a:ext cx="8412480" cy="634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Robo de </a:t>
          </a:r>
          <a:r>
            <a:rPr lang="en-US" sz="2800" kern="1200" dirty="0" err="1"/>
            <a:t>credenciales</a:t>
          </a:r>
          <a:r>
            <a:rPr lang="en-US" sz="2800" kern="1200" dirty="0"/>
            <a:t> cloud</a:t>
          </a:r>
        </a:p>
      </dsp:txBody>
      <dsp:txXfrm>
        <a:off x="0" y="387"/>
        <a:ext cx="8412480" cy="634716"/>
      </dsp:txXfrm>
    </dsp:sp>
    <dsp:sp modelId="{2C4FA78E-1831-4281-81F9-96DC02389C78}">
      <dsp:nvSpPr>
        <dsp:cNvPr id="0" name=""/>
        <dsp:cNvSpPr/>
      </dsp:nvSpPr>
      <dsp:spPr>
        <a:xfrm>
          <a:off x="0" y="635103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636409-76D9-4FC0-B83E-94D006E77036}">
      <dsp:nvSpPr>
        <dsp:cNvPr id="0" name=""/>
        <dsp:cNvSpPr/>
      </dsp:nvSpPr>
      <dsp:spPr>
        <a:xfrm>
          <a:off x="0" y="635103"/>
          <a:ext cx="8412480" cy="634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Reducción</a:t>
          </a:r>
          <a:r>
            <a:rPr lang="en-US" sz="2800" kern="1200" dirty="0"/>
            <a:t> del </a:t>
          </a:r>
          <a:r>
            <a:rPr lang="en-US" sz="2800" kern="1200" dirty="0" err="1"/>
            <a:t>tamaño</a:t>
          </a:r>
          <a:r>
            <a:rPr lang="en-US" sz="2800" kern="1200" dirty="0"/>
            <a:t> del </a:t>
          </a:r>
          <a:r>
            <a:rPr lang="en-US" sz="2800" kern="1200" dirty="0" err="1"/>
            <a:t>ejecutable</a:t>
          </a:r>
          <a:r>
            <a:rPr lang="en-US" sz="2800" kern="1200" dirty="0"/>
            <a:t> (</a:t>
          </a:r>
          <a:r>
            <a:rPr lang="en-US" sz="2800" kern="1200" dirty="0" err="1"/>
            <a:t>BoF</a:t>
          </a:r>
          <a:r>
            <a:rPr lang="en-US" sz="2800" kern="1200" dirty="0"/>
            <a:t>/Inline)</a:t>
          </a:r>
        </a:p>
      </dsp:txBody>
      <dsp:txXfrm>
        <a:off x="0" y="635103"/>
        <a:ext cx="8412480" cy="634716"/>
      </dsp:txXfrm>
    </dsp:sp>
    <dsp:sp modelId="{7FCECD62-8481-4FE3-8373-76BCE3FB4159}">
      <dsp:nvSpPr>
        <dsp:cNvPr id="0" name=""/>
        <dsp:cNvSpPr/>
      </dsp:nvSpPr>
      <dsp:spPr>
        <a:xfrm>
          <a:off x="0" y="1269820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CDF271-E8F1-4C46-B88E-CFA5498086D4}">
      <dsp:nvSpPr>
        <dsp:cNvPr id="0" name=""/>
        <dsp:cNvSpPr/>
      </dsp:nvSpPr>
      <dsp:spPr>
        <a:xfrm>
          <a:off x="0" y="1269820"/>
          <a:ext cx="8412480" cy="634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Estudio</a:t>
          </a:r>
          <a:r>
            <a:rPr lang="en-US" sz="2800" kern="1200" dirty="0"/>
            <a:t> de </a:t>
          </a:r>
          <a:r>
            <a:rPr lang="en-US" sz="2800" kern="1200" dirty="0" err="1"/>
            <a:t>efectos</a:t>
          </a:r>
          <a:r>
            <a:rPr lang="en-US" sz="2800" kern="1200" dirty="0"/>
            <a:t> del </a:t>
          </a:r>
          <a:r>
            <a:rPr lang="en-US" sz="2800" kern="1200" dirty="0" err="1"/>
            <a:t>lenguaje</a:t>
          </a:r>
          <a:r>
            <a:rPr lang="en-US" sz="2800" kern="1200" dirty="0"/>
            <a:t> </a:t>
          </a:r>
          <a:r>
            <a:rPr lang="en-US" sz="2800" kern="1200" dirty="0" err="1"/>
            <a:t>en</a:t>
          </a:r>
          <a:r>
            <a:rPr lang="en-US" sz="2800" kern="1200" dirty="0"/>
            <a:t> la </a:t>
          </a:r>
          <a:r>
            <a:rPr lang="en-US" sz="2800" kern="1200" dirty="0" err="1"/>
            <a:t>detección</a:t>
          </a:r>
          <a:endParaRPr lang="en-US" sz="2800" kern="1200" dirty="0"/>
        </a:p>
      </dsp:txBody>
      <dsp:txXfrm>
        <a:off x="0" y="1269820"/>
        <a:ext cx="8412480" cy="634716"/>
      </dsp:txXfrm>
    </dsp:sp>
    <dsp:sp modelId="{7DC53A70-80D3-4E4B-960E-28A5A99E28C2}">
      <dsp:nvSpPr>
        <dsp:cNvPr id="0" name=""/>
        <dsp:cNvSpPr/>
      </dsp:nvSpPr>
      <dsp:spPr>
        <a:xfrm>
          <a:off x="0" y="190453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6123D-3685-4CB3-800C-B0DC29416DEB}">
      <dsp:nvSpPr>
        <dsp:cNvPr id="0" name=""/>
        <dsp:cNvSpPr/>
      </dsp:nvSpPr>
      <dsp:spPr>
        <a:xfrm>
          <a:off x="0" y="1904536"/>
          <a:ext cx="8412480" cy="634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Adaptación</a:t>
          </a:r>
          <a:r>
            <a:rPr lang="en-US" sz="2800" kern="1200" dirty="0"/>
            <a:t> a </a:t>
          </a:r>
          <a:r>
            <a:rPr lang="en-US" sz="2800" kern="1200" dirty="0" err="1"/>
            <a:t>nuevas</a:t>
          </a:r>
          <a:r>
            <a:rPr lang="en-US" sz="2800" kern="1200" dirty="0"/>
            <a:t> </a:t>
          </a:r>
          <a:r>
            <a:rPr lang="en-US" sz="2800" kern="1200" dirty="0" err="1"/>
            <a:t>plataformas</a:t>
          </a:r>
          <a:endParaRPr lang="en-US" sz="2800" kern="1200" dirty="0"/>
        </a:p>
      </dsp:txBody>
      <dsp:txXfrm>
        <a:off x="0" y="1904536"/>
        <a:ext cx="8412480" cy="634716"/>
      </dsp:txXfrm>
    </dsp:sp>
    <dsp:sp modelId="{4DE393A1-CA89-443D-8EDD-2B6B03E40260}">
      <dsp:nvSpPr>
        <dsp:cNvPr id="0" name=""/>
        <dsp:cNvSpPr/>
      </dsp:nvSpPr>
      <dsp:spPr>
        <a:xfrm>
          <a:off x="0" y="2539253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DC241-FDA9-4035-A257-98D28170512B}">
      <dsp:nvSpPr>
        <dsp:cNvPr id="0" name=""/>
        <dsp:cNvSpPr/>
      </dsp:nvSpPr>
      <dsp:spPr>
        <a:xfrm>
          <a:off x="0" y="2539253"/>
          <a:ext cx="8412480" cy="6347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Chrome App Bound Encryption bypass</a:t>
          </a:r>
        </a:p>
      </dsp:txBody>
      <dsp:txXfrm>
        <a:off x="0" y="2539253"/>
        <a:ext cx="8412480" cy="634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image" Target="../media/image3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0.30361</cdr:x>
      <cdr:y>0.43042</cdr:y>
    </cdr:from>
    <cdr:to>
      <cdr:x>0.36587</cdr:x>
      <cdr:y>0.5301</cdr:y>
    </cdr:to>
    <cdr:pic>
      <cdr:nvPicPr>
        <cdr:cNvPr id="2" name="Imagen 1" descr="Logotipo, Icono&#10;&#10;Descripción generada automáticamente">
          <a:extLst xmlns:a="http://schemas.openxmlformats.org/drawingml/2006/main">
            <a:ext uri="{FF2B5EF4-FFF2-40B4-BE49-F238E27FC236}">
              <a16:creationId xmlns:a16="http://schemas.microsoft.com/office/drawing/2014/main" id="{CBFC0759-0FE2-24A2-4675-FE316968AB8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1755492" y="1554642"/>
          <a:ext cx="360000" cy="360000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0.41016</cdr:x>
      <cdr:y>0.19358</cdr:y>
    </cdr:from>
    <cdr:to>
      <cdr:x>0.45209</cdr:x>
      <cdr:y>0.26335</cdr:y>
    </cdr:to>
    <cdr:pic>
      <cdr:nvPicPr>
        <cdr:cNvPr id="3" name="Imagen 2" descr="Logotipo, Icono&#10;&#10;Descripción generada automáticamente">
          <a:extLst xmlns:a="http://schemas.openxmlformats.org/drawingml/2006/main">
            <a:ext uri="{FF2B5EF4-FFF2-40B4-BE49-F238E27FC236}">
              <a16:creationId xmlns:a16="http://schemas.microsoft.com/office/drawing/2014/main" id="{902B76F5-EEB9-89B2-21D2-BC56E78493F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2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2371584" y="699173"/>
          <a:ext cx="242436" cy="252000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6B29CC6-8A8C-C3B1-0B9B-9DF2BCA734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A91C6EB-1006-9957-14A1-E86C137563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85BC80-64C6-4FAB-9EF9-579ACCE7F77D}" type="datetimeFigureOut">
              <a:rPr lang="es-ES" smtClean="0"/>
              <a:t>09/11/2024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0CE81C-C5A9-EC7B-C826-788D85CDC3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7D5CBFE-C96D-30C1-B141-FE15639049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49647-7DB9-4BFE-8885-1B67B12AC4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1273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B7795-FA81-4000-8A9B-8FB590CBFBF8}" type="datetimeFigureOut">
              <a:rPr lang="es-ES" smtClean="0"/>
              <a:t>09/11/2024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B59DF-A821-4CFB-BD56-0DCA48010C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01312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DF4C17DA-75E3-4AB4-BE1F-03ACD1D90B61}" type="datetime1">
              <a:rPr lang="en-US" smtClean="0"/>
              <a:t>11/9/2024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r>
              <a:rPr lang="en-US"/>
              <a:t>Infostealers are dead... Long live infostealers!  AsturCON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66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884023B-5E0A-4D6D-8E49-BFF9B8D33042}" type="datetime1">
              <a:rPr lang="en-US" smtClean="0"/>
              <a:t>11/9/2024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83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243CE382-A8FE-4F37-99AF-A24AD9DAC626}" type="datetime1">
              <a:rPr lang="en-US" smtClean="0"/>
              <a:t>11/9/2024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Infostealers are dead... Long live infostealers!  AsturCON 2024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18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82EBF837-B356-40DD-9B81-230D544AF4BB}" type="datetime1">
              <a:rPr lang="en-US" smtClean="0"/>
              <a:t>11/9/2024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Infostealers are dead... Long live infostealers!  AsturCON 2024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357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B89A13DB-BD05-4453-A85A-B27CE323F649}" type="datetime1">
              <a:rPr lang="en-US" smtClean="0"/>
              <a:t>11/9/2024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Infostealers are dead... Long live infostealers!  AsturCON 2024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2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D4E065B-A73F-45F2-AD2C-F05C28590D54}" type="datetime1">
              <a:rPr lang="en-US" smtClean="0"/>
              <a:t>11/9/2024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Infostealers are dead... Long live infostealers!  AsturCON 2024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206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0E6E287D-2649-48D7-88EB-EFE55BBAB757}" type="datetime1">
              <a:rPr lang="en-US" smtClean="0"/>
              <a:t>11/9/2024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Infostealers are dead... Long live infostealers!  AsturCON 2024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9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C09DC66-F938-4B3D-88A7-C759B581256B}" type="datetime1">
              <a:rPr lang="en-US" smtClean="0"/>
              <a:t>11/9/2024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Infostealers are dead... Long live infostealers!  AsturCON 2024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76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B60586C-E0AE-47FC-9946-4F7BC718BBFA}" type="datetime1">
              <a:rPr lang="en-US" smtClean="0"/>
              <a:t>11/9/2024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Infostealers are dead... Long live infostealers!  AsturCON 2024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819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81FD48A-1687-4DFB-A1F5-A574C5E526AE}" type="datetime1">
              <a:rPr lang="en-US" smtClean="0"/>
              <a:t>11/9/2024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Infostealers are dead... Long live infostealers!  AsturCON 2024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790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94F67F11-2343-4DF9-85FC-03DE34E51AA7}" type="datetime1">
              <a:rPr lang="en-US" smtClean="0"/>
              <a:t>11/9/2024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Infostealers are dead... Long live infostealers!  AsturCON 2024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8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86B076D3-A559-4955-84FC-446E7489D448}" type="datetime1">
              <a:rPr lang="en-US" smtClean="0"/>
              <a:t>11/9/2024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Infostealers are dead... Long live infostealers! </a:t>
            </a:r>
          </a:p>
          <a:p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7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12" Type="http://schemas.openxmlformats.org/officeDocument/2006/relationships/image" Target="../media/image1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12" Type="http://schemas.openxmlformats.org/officeDocument/2006/relationships/image" Target="../media/image14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4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4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diagramLayout" Target="../diagrams/layout11.xml"/><Relationship Id="rId7" Type="http://schemas.openxmlformats.org/officeDocument/2006/relationships/image" Target="../media/image21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11" Type="http://schemas.openxmlformats.org/officeDocument/2006/relationships/image" Target="../media/image14.png"/><Relationship Id="rId5" Type="http://schemas.openxmlformats.org/officeDocument/2006/relationships/diagramColors" Target="../diagrams/colors11.xml"/><Relationship Id="rId10" Type="http://schemas.openxmlformats.org/officeDocument/2006/relationships/image" Target="../media/image24.png"/><Relationship Id="rId4" Type="http://schemas.openxmlformats.org/officeDocument/2006/relationships/diagramQuickStyle" Target="../diagrams/quickStyle11.xml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14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14.png"/><Relationship Id="rId3" Type="http://schemas.openxmlformats.org/officeDocument/2006/relationships/image" Target="../media/image38.png"/><Relationship Id="rId7" Type="http://schemas.openxmlformats.org/officeDocument/2006/relationships/image" Target="../media/image42.svg"/><Relationship Id="rId12" Type="http://schemas.openxmlformats.org/officeDocument/2006/relationships/image" Target="../media/image47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svg"/><Relationship Id="rId9" Type="http://schemas.openxmlformats.org/officeDocument/2006/relationships/image" Target="../media/image44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sv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9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14.png"/><Relationship Id="rId3" Type="http://schemas.openxmlformats.org/officeDocument/2006/relationships/image" Target="../media/image38.png"/><Relationship Id="rId7" Type="http://schemas.openxmlformats.org/officeDocument/2006/relationships/image" Target="../media/image42.svg"/><Relationship Id="rId12" Type="http://schemas.openxmlformats.org/officeDocument/2006/relationships/image" Target="../media/image47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svg"/><Relationship Id="rId9" Type="http://schemas.openxmlformats.org/officeDocument/2006/relationships/image" Target="../media/image44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8.png"/><Relationship Id="rId7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14.png"/><Relationship Id="rId4" Type="http://schemas.openxmlformats.org/officeDocument/2006/relationships/image" Target="../media/image39.svg"/><Relationship Id="rId9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14.png"/><Relationship Id="rId3" Type="http://schemas.openxmlformats.org/officeDocument/2006/relationships/image" Target="../media/image38.png"/><Relationship Id="rId7" Type="http://schemas.openxmlformats.org/officeDocument/2006/relationships/image" Target="../media/image42.svg"/><Relationship Id="rId12" Type="http://schemas.openxmlformats.org/officeDocument/2006/relationships/image" Target="../media/image47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svg"/><Relationship Id="rId9" Type="http://schemas.openxmlformats.org/officeDocument/2006/relationships/image" Target="../media/image44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14.png"/><Relationship Id="rId3" Type="http://schemas.openxmlformats.org/officeDocument/2006/relationships/image" Target="../media/image38.png"/><Relationship Id="rId7" Type="http://schemas.openxmlformats.org/officeDocument/2006/relationships/image" Target="../media/image42.svg"/><Relationship Id="rId12" Type="http://schemas.openxmlformats.org/officeDocument/2006/relationships/image" Target="../media/image47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svg"/><Relationship Id="rId9" Type="http://schemas.openxmlformats.org/officeDocument/2006/relationships/image" Target="../media/image44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4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14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4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7" Type="http://schemas.openxmlformats.org/officeDocument/2006/relationships/image" Target="../media/image1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58.gi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14.png"/><Relationship Id="rId4" Type="http://schemas.openxmlformats.org/officeDocument/2006/relationships/image" Target="../media/image47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1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4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5.png"/><Relationship Id="rId4" Type="http://schemas.openxmlformats.org/officeDocument/2006/relationships/image" Target="../media/image6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4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14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14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14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347F21-699A-2200-0297-9B1CE6BF8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8914" y="893935"/>
            <a:ext cx="5364937" cy="3339390"/>
          </a:xfrm>
        </p:spPr>
        <p:txBody>
          <a:bodyPr anchor="ctr">
            <a:normAutofit/>
          </a:bodyPr>
          <a:lstStyle/>
          <a:p>
            <a:r>
              <a:rPr lang="es-ES" sz="4200" dirty="0">
                <a:solidFill>
                  <a:schemeClr val="bg1"/>
                </a:solidFill>
              </a:rPr>
              <a:t>Infostealers are </a:t>
            </a:r>
            <a:r>
              <a:rPr lang="es-ES" sz="4200" dirty="0" err="1">
                <a:solidFill>
                  <a:schemeClr val="bg1"/>
                </a:solidFill>
              </a:rPr>
              <a:t>dead</a:t>
            </a:r>
            <a:r>
              <a:rPr lang="es-ES" sz="4200" dirty="0">
                <a:solidFill>
                  <a:schemeClr val="bg1"/>
                </a:solidFill>
              </a:rPr>
              <a:t>… Long </a:t>
            </a:r>
            <a:r>
              <a:rPr lang="es-ES" sz="4200" dirty="0" err="1">
                <a:solidFill>
                  <a:schemeClr val="bg1"/>
                </a:solidFill>
              </a:rPr>
              <a:t>live</a:t>
            </a:r>
            <a:r>
              <a:rPr lang="es-ES" sz="4200" dirty="0">
                <a:solidFill>
                  <a:schemeClr val="bg1"/>
                </a:solidFill>
              </a:rPr>
              <a:t> infostealers!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B1C703-D9F5-C0A9-C698-F79B5E3D8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8915" y="4876802"/>
            <a:ext cx="5364936" cy="1388195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s-ES" sz="1400" b="1" dirty="0">
                <a:solidFill>
                  <a:schemeClr val="bg1"/>
                </a:solidFill>
              </a:rPr>
              <a:t>Jairo García Castro</a:t>
            </a:r>
          </a:p>
          <a:p>
            <a:pPr>
              <a:lnSpc>
                <a:spcPct val="90000"/>
              </a:lnSpc>
            </a:pPr>
            <a:r>
              <a:rPr lang="es-ES" sz="1400" b="1" dirty="0">
                <a:solidFill>
                  <a:schemeClr val="bg1"/>
                </a:solidFill>
              </a:rPr>
              <a:t>David Álvarez Robles</a:t>
            </a:r>
            <a:endParaRPr lang="es-ES" sz="1400" dirty="0">
              <a:solidFill>
                <a:schemeClr val="bg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AD3D935-ECFC-4862-B395-207C13BAC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040331" y="4555071"/>
            <a:ext cx="530352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34" name="Gráfico 33">
            <a:extLst>
              <a:ext uri="{FF2B5EF4-FFF2-40B4-BE49-F238E27FC236}">
                <a16:creationId xmlns:a16="http://schemas.microsoft.com/office/drawing/2014/main" id="{644DD80A-75D3-CC7C-6E6D-0E95AEA1B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72" y="1838324"/>
            <a:ext cx="3420664" cy="341045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A30E058-81F9-FE43-DC4E-F7E42E54C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629" y="5788152"/>
            <a:ext cx="1762371" cy="91452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C211592-CDF9-9BDC-A248-BBE2F5F564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82" t="3998" r="11035" b="9923"/>
          <a:stretch/>
        </p:blipFill>
        <p:spPr>
          <a:xfrm>
            <a:off x="11116860" y="5669778"/>
            <a:ext cx="894142" cy="997205"/>
          </a:xfrm>
          <a:prstGeom prst="rect">
            <a:avLst/>
          </a:prstGeom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176FEB9A-B9E2-7908-7112-48DC0B0247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4" t="45139" r="15012" b="44444"/>
          <a:stretch/>
        </p:blipFill>
        <p:spPr>
          <a:xfrm>
            <a:off x="7185035" y="6015982"/>
            <a:ext cx="3076438" cy="30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910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E80173-43EC-E0E1-4330-583AFB8D6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3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B90B6A-A4A5-52A3-714F-6FF5A9F26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0880" y="504636"/>
            <a:ext cx="3116945" cy="690412"/>
          </a:xfrm>
        </p:spPr>
        <p:txBody>
          <a:bodyPr anchor="ctr">
            <a:normAutofit fontScale="90000"/>
          </a:bodyPr>
          <a:lstStyle/>
          <a:p>
            <a:r>
              <a:rPr lang="es-ES" sz="6700" dirty="0"/>
              <a:t>WHOAMI</a:t>
            </a:r>
            <a:endParaRPr lang="es-ES" sz="6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027716-2B3D-7E26-184F-8883BF460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9700" y="4878304"/>
            <a:ext cx="5364936" cy="909848"/>
          </a:xfrm>
        </p:spPr>
        <p:txBody>
          <a:bodyPr anchor="t">
            <a:normAutofit/>
          </a:bodyPr>
          <a:lstStyle/>
          <a:p>
            <a:r>
              <a:rPr lang="es-ES" b="1" dirty="0"/>
              <a:t>Jairo García Castro</a:t>
            </a:r>
            <a:endParaRPr lang="es-E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40408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5" name="Imagen 4" descr="Un hombre con un traje de color negro&#10;&#10;Descripción generada automáticamente">
            <a:extLst>
              <a:ext uri="{FF2B5EF4-FFF2-40B4-BE49-F238E27FC236}">
                <a16:creationId xmlns:a16="http://schemas.microsoft.com/office/drawing/2014/main" id="{E3D75D1F-2F4D-DC34-40E5-6181E8300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3" r="14853"/>
          <a:stretch/>
        </p:blipFill>
        <p:spPr>
          <a:xfrm>
            <a:off x="6976933" y="0"/>
            <a:ext cx="5215066" cy="6857990"/>
          </a:xfrm>
          <a:custGeom>
            <a:avLst/>
            <a:gdLst/>
            <a:ahLst/>
            <a:cxnLst/>
            <a:rect l="l" t="t" r="r" b="b"/>
            <a:pathLst>
              <a:path w="5215066" h="6858000">
                <a:moveTo>
                  <a:pt x="2017353" y="0"/>
                </a:moveTo>
                <a:lnTo>
                  <a:pt x="5215066" y="0"/>
                </a:lnTo>
                <a:lnTo>
                  <a:pt x="5215066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2A6E3D0-3E1A-AC7F-A8BD-5BE50ACD2549}"/>
              </a:ext>
            </a:extLst>
          </p:cNvPr>
          <p:cNvSpPr txBox="1"/>
          <p:nvPr/>
        </p:nvSpPr>
        <p:spPr>
          <a:xfrm>
            <a:off x="1140408" y="1390650"/>
            <a:ext cx="53649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Panadero con título en Ingeniería Informática del Software</a:t>
            </a:r>
          </a:p>
          <a:p>
            <a:endParaRPr lang="es-ES" dirty="0"/>
          </a:p>
          <a:p>
            <a:r>
              <a:rPr lang="es-ES" dirty="0"/>
              <a:t>En proceso de especializarme en Ciberseguridad Ofensiva</a:t>
            </a:r>
          </a:p>
          <a:p>
            <a:endParaRPr lang="es-ES" dirty="0"/>
          </a:p>
          <a:p>
            <a:r>
              <a:rPr lang="es-ES" dirty="0"/>
              <a:t>Apasionado de la lingüística, la carpintería y esencialmente cualquier cosa que me vendas un poco bien</a:t>
            </a:r>
          </a:p>
          <a:p>
            <a:endParaRPr lang="es-ES" dirty="0"/>
          </a:p>
          <a:p>
            <a:r>
              <a:rPr lang="es-ES" dirty="0"/>
              <a:t>Según el alcalde de mi pueblo: </a:t>
            </a:r>
            <a:r>
              <a:rPr lang="es-ES" dirty="0" err="1"/>
              <a:t>navayeiro</a:t>
            </a:r>
            <a:endParaRPr lang="es-ES" dirty="0"/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FB0C9895-DC7D-4681-0CE9-0708C73AD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4" t="45139" r="15012" b="44444"/>
          <a:stretch/>
        </p:blipFill>
        <p:spPr>
          <a:xfrm>
            <a:off x="2340880" y="6015980"/>
            <a:ext cx="3076438" cy="30479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6A985EB-D479-5270-2B64-3991C8DE8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82" t="3998" r="11035" b="9923"/>
          <a:stretch/>
        </p:blipFill>
        <p:spPr>
          <a:xfrm>
            <a:off x="246266" y="5669778"/>
            <a:ext cx="894142" cy="99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37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59D1F-495F-A77C-FE6F-B0B95FEA0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3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7AFB66-CBDE-CF44-13DB-9E147EE09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2864" y="402692"/>
            <a:ext cx="3174611" cy="982488"/>
          </a:xfrm>
        </p:spPr>
        <p:txBody>
          <a:bodyPr anchor="ctr">
            <a:normAutofit/>
          </a:bodyPr>
          <a:lstStyle/>
          <a:p>
            <a:r>
              <a:rPr lang="es-ES" sz="6000" dirty="0"/>
              <a:t>WHOAMI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1F6F47-EDEA-CC36-C83C-6DDDF1B3E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8915" y="4876803"/>
            <a:ext cx="5364936" cy="909848"/>
          </a:xfrm>
        </p:spPr>
        <p:txBody>
          <a:bodyPr anchor="t">
            <a:normAutofit/>
          </a:bodyPr>
          <a:lstStyle/>
          <a:p>
            <a:r>
              <a:rPr lang="es-ES" b="1" dirty="0"/>
              <a:t>David Álvarez Robles</a:t>
            </a:r>
            <a:endParaRPr lang="es-ES" dirty="0"/>
          </a:p>
        </p:txBody>
      </p:sp>
      <p:pic>
        <p:nvPicPr>
          <p:cNvPr id="5" name="Imagen 4" descr="Un hombre con una camisa de cuadros&#10;&#10;Descripción generada automáticamente">
            <a:extLst>
              <a:ext uri="{FF2B5EF4-FFF2-40B4-BE49-F238E27FC236}">
                <a16:creationId xmlns:a16="http://schemas.microsoft.com/office/drawing/2014/main" id="{E43F4039-4F6D-CD4F-7AD7-4374780DE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8" r="13728"/>
          <a:stretch/>
        </p:blipFill>
        <p:spPr>
          <a:xfrm>
            <a:off x="1" y="10"/>
            <a:ext cx="5215066" cy="6857990"/>
          </a:xfrm>
          <a:custGeom>
            <a:avLst/>
            <a:gdLst/>
            <a:ahLst/>
            <a:cxnLst/>
            <a:rect l="l" t="t" r="r" b="b"/>
            <a:pathLst>
              <a:path w="5215066" h="6845983">
                <a:moveTo>
                  <a:pt x="0" y="0"/>
                </a:moveTo>
                <a:lnTo>
                  <a:pt x="3197713" y="0"/>
                </a:lnTo>
                <a:lnTo>
                  <a:pt x="3259787" y="39795"/>
                </a:lnTo>
                <a:cubicBezTo>
                  <a:pt x="4439462" y="836768"/>
                  <a:pt x="5215066" y="2186425"/>
                  <a:pt x="5215066" y="3717234"/>
                </a:cubicBezTo>
                <a:cubicBezTo>
                  <a:pt x="5215066" y="4788800"/>
                  <a:pt x="4835020" y="5771602"/>
                  <a:pt x="4202364" y="6538204"/>
                </a:cubicBezTo>
                <a:lnTo>
                  <a:pt x="3922635" y="6845983"/>
                </a:lnTo>
                <a:lnTo>
                  <a:pt x="0" y="6845983"/>
                </a:lnTo>
                <a:close/>
              </a:path>
            </a:pathLst>
          </a:cu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040331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C634109-7C67-714E-3407-A34FC52F1136}"/>
              </a:ext>
            </a:extLst>
          </p:cNvPr>
          <p:cNvSpPr txBox="1"/>
          <p:nvPr/>
        </p:nvSpPr>
        <p:spPr>
          <a:xfrm>
            <a:off x="6021065" y="1178804"/>
            <a:ext cx="53649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Ingeniero en Tecnologías y Servicios de Telecomunicación</a:t>
            </a:r>
          </a:p>
          <a:p>
            <a:endParaRPr lang="es-ES" dirty="0"/>
          </a:p>
          <a:p>
            <a:r>
              <a:rPr lang="es-ES" dirty="0"/>
              <a:t>Estudiante de Doctorado en Informática</a:t>
            </a:r>
          </a:p>
          <a:p>
            <a:endParaRPr lang="es-ES" dirty="0"/>
          </a:p>
          <a:p>
            <a:r>
              <a:rPr lang="es-ES" dirty="0"/>
              <a:t>Responsable del Equipo de Seguridad Ofensiva en CIES – Grupo SERESCO</a:t>
            </a:r>
          </a:p>
          <a:p>
            <a:endParaRPr lang="es-ES" dirty="0"/>
          </a:p>
          <a:p>
            <a:r>
              <a:rPr lang="es-ES" dirty="0"/>
              <a:t>Del Sporting de Gijón</a:t>
            </a:r>
          </a:p>
          <a:p>
            <a:endParaRPr lang="es-ES" dirty="0"/>
          </a:p>
          <a:p>
            <a:r>
              <a:rPr lang="es-ES" dirty="0"/>
              <a:t>Mete </a:t>
            </a:r>
            <a:r>
              <a:rPr lang="es-ES" dirty="0" err="1"/>
              <a:t>demasiaos</a:t>
            </a:r>
            <a:r>
              <a:rPr lang="es-ES" dirty="0"/>
              <a:t> memes viejísimos en las presentaciones, le quité 6 o 7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13B8372-393F-0237-45B3-5EC093CC4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628" y="5740463"/>
            <a:ext cx="1762371" cy="914528"/>
          </a:xfrm>
          <a:prstGeom prst="rect">
            <a:avLst/>
          </a:prstGeom>
        </p:spPr>
      </p:pic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DF83FE66-9B2C-57AA-A218-5A796CEB3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4" t="45139" r="15012" b="44444"/>
          <a:stretch/>
        </p:blipFill>
        <p:spPr>
          <a:xfrm>
            <a:off x="7151950" y="6015980"/>
            <a:ext cx="3076438" cy="30479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911CF9A-6C2F-38CA-7C3E-7F8C798821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82" t="3998" r="11035" b="9923"/>
          <a:stretch/>
        </p:blipFill>
        <p:spPr>
          <a:xfrm>
            <a:off x="11116860" y="5669778"/>
            <a:ext cx="894142" cy="99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643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B09D1-400A-A55D-7E0A-C72587C4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3F567F2B-B7BC-2ED1-B9F4-3862A5ECC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861914-79F5-3875-22F1-C8108608E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DFEC77-C1F0-99F3-E4D3-1E3794D9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¿Qué ye esto?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1B0D92C-7D4E-7BBB-165F-8EA25620C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8C38E5E3-7562-63B8-FB11-E962F582A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5ED2071-8900-11C0-1916-146EBDCA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8" name="CuadroTexto 8">
            <a:extLst>
              <a:ext uri="{FF2B5EF4-FFF2-40B4-BE49-F238E27FC236}">
                <a16:creationId xmlns:a16="http://schemas.microsoft.com/office/drawing/2014/main" id="{63588FCA-86BF-E6BA-ACED-B634D51A87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2416947"/>
              </p:ext>
            </p:extLst>
          </p:nvPr>
        </p:nvGraphicFramePr>
        <p:xfrm>
          <a:off x="758953" y="2606722"/>
          <a:ext cx="10671048" cy="3176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CEB9AE50-1434-BFC2-F32C-9C15920617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514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Índice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6395DE-6423-37AA-C95E-D6DE61BD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25" name="Marcador de contenido 2">
            <a:extLst>
              <a:ext uri="{FF2B5EF4-FFF2-40B4-BE49-F238E27FC236}">
                <a16:creationId xmlns:a16="http://schemas.microsoft.com/office/drawing/2014/main" id="{7F76EF75-88A0-5E0D-BE9C-D641A1A3E6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349329"/>
              </p:ext>
            </p:extLst>
          </p:nvPr>
        </p:nvGraphicFramePr>
        <p:xfrm>
          <a:off x="758952" y="2413169"/>
          <a:ext cx="6039340" cy="3368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DD4F73FE-91B4-3670-734D-08D7389C7F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62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57" name="Straight Connector 45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4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49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2D1197-C9E1-96BD-6C23-07884B342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667" y="2578629"/>
            <a:ext cx="3882459" cy="17007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i="1" kern="1200" spc="1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Análisis</a:t>
            </a:r>
            <a:r>
              <a:rPr lang="en-US" sz="5400" i="1" kern="1200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5400" i="1" kern="1200" spc="1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necesidad</a:t>
            </a:r>
            <a:endParaRPr lang="en-US" sz="5400" i="1" kern="1200" spc="1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50254F-1FE9-F61F-56B3-B2BF2AF5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1" y="6007608"/>
            <a:ext cx="3631977" cy="36512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Infostealers are dead... Long live infostealers!  </a:t>
            </a:r>
            <a:r>
              <a:rPr lang="en-US" kern="1200" spc="50" baseline="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AsturCON</a:t>
            </a:r>
            <a:r>
              <a:rPr lang="en-US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2024</a:t>
            </a:r>
          </a:p>
        </p:txBody>
      </p:sp>
      <p:sp>
        <p:nvSpPr>
          <p:cNvPr id="61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25FB3A-1738-AC16-24AF-5D42A280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 vert="horz" lIns="45720" tIns="45720" rIns="4572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DEE2E35A-A4AC-9214-C946-9243F8B63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536754"/>
              </p:ext>
            </p:extLst>
          </p:nvPr>
        </p:nvGraphicFramePr>
        <p:xfrm>
          <a:off x="6280566" y="1482504"/>
          <a:ext cx="5138767" cy="3892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6F0A3A10-B43D-74C2-6791-95F6BE26D9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0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Emulación de adversarios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6395DE-6423-37AA-C95E-D6DE61BD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Infostealers are dead... Long live infostealers!  </a:t>
            </a:r>
            <a:r>
              <a:rPr kumimoji="0" lang="en-US" i="0" u="none" strike="noStrike" kern="1200" cap="none" spc="5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AsturCON</a:t>
            </a:r>
            <a:r>
              <a:rPr kumimoji="0" lang="en-US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9E6812-DF0E-4B88-AFAA-EAC7168F54C0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3660339F-5386-2DC5-7CF0-B910ECF853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0864651"/>
              </p:ext>
            </p:extLst>
          </p:nvPr>
        </p:nvGraphicFramePr>
        <p:xfrm>
          <a:off x="2837582" y="2376593"/>
          <a:ext cx="5736050" cy="3560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058DA290-A9BD-962B-2618-F357091ADD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3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Modelos de ataque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6395DE-6423-37AA-C95E-D6DE61BD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Infostealers are dead... Long live infostealers!  </a:t>
            </a:r>
            <a:r>
              <a:rPr kumimoji="0" lang="en-US" i="0" u="none" strike="noStrike" kern="1200" cap="none" spc="5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AsturCON</a:t>
            </a:r>
            <a:r>
              <a:rPr kumimoji="0" lang="en-US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9E6812-DF0E-4B88-AFAA-EAC7168F54C0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aphicFrame>
        <p:nvGraphicFramePr>
          <p:cNvPr id="25" name="Marcador de contenido 2">
            <a:extLst>
              <a:ext uri="{FF2B5EF4-FFF2-40B4-BE49-F238E27FC236}">
                <a16:creationId xmlns:a16="http://schemas.microsoft.com/office/drawing/2014/main" id="{7F76EF75-88A0-5E0D-BE9C-D641A1A3E6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510066"/>
              </p:ext>
            </p:extLst>
          </p:nvPr>
        </p:nvGraphicFramePr>
        <p:xfrm>
          <a:off x="1582848" y="2297327"/>
          <a:ext cx="3379991" cy="3484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Marcador de contenido 2">
            <a:extLst>
              <a:ext uri="{FF2B5EF4-FFF2-40B4-BE49-F238E27FC236}">
                <a16:creationId xmlns:a16="http://schemas.microsoft.com/office/drawing/2014/main" id="{BF25BA5C-602F-EF20-A8CE-F5CE908066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1731663"/>
              </p:ext>
            </p:extLst>
          </p:nvPr>
        </p:nvGraphicFramePr>
        <p:xfrm>
          <a:off x="7303097" y="2297329"/>
          <a:ext cx="3379991" cy="3484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E98AEDD8-BC81-1B38-935B-AABAEC13781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08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Modelos de ataque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6395DE-6423-37AA-C95E-D6DE61BD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Infostealers are dead... Long live infostealers!  </a:t>
            </a:r>
            <a:r>
              <a:rPr kumimoji="0" lang="en-US" i="0" u="none" strike="noStrike" kern="1200" cap="none" spc="5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AsturCON</a:t>
            </a:r>
            <a:r>
              <a:rPr kumimoji="0" lang="en-US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9E6812-DF0E-4B88-AFAA-EAC7168F54C0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aphicFrame>
        <p:nvGraphicFramePr>
          <p:cNvPr id="25" name="Marcador de contenido 2">
            <a:extLst>
              <a:ext uri="{FF2B5EF4-FFF2-40B4-BE49-F238E27FC236}">
                <a16:creationId xmlns:a16="http://schemas.microsoft.com/office/drawing/2014/main" id="{7F76EF75-88A0-5E0D-BE9C-D641A1A3E6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199030"/>
              </p:ext>
            </p:extLst>
          </p:nvPr>
        </p:nvGraphicFramePr>
        <p:xfrm>
          <a:off x="1582848" y="2297327"/>
          <a:ext cx="3379991" cy="3484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Marcador de contenido 2">
            <a:extLst>
              <a:ext uri="{FF2B5EF4-FFF2-40B4-BE49-F238E27FC236}">
                <a16:creationId xmlns:a16="http://schemas.microsoft.com/office/drawing/2014/main" id="{BF25BA5C-602F-EF20-A8CE-F5CE908066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186348"/>
              </p:ext>
            </p:extLst>
          </p:nvPr>
        </p:nvGraphicFramePr>
        <p:xfrm>
          <a:off x="7303097" y="2297329"/>
          <a:ext cx="3379991" cy="3484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D07DB0EE-2936-C8CE-662D-B9D4C644456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50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Necesidades adicionales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6395DE-6423-37AA-C95E-D6DE61BD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Infostealers are dead... Long live infostealers!  </a:t>
            </a:r>
            <a:r>
              <a:rPr kumimoji="0" lang="en-US" i="0" u="none" strike="noStrike" kern="1200" cap="none" spc="5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AsturCON</a:t>
            </a:r>
            <a:r>
              <a:rPr kumimoji="0" lang="en-US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9E6812-DF0E-4B88-AFAA-EAC7168F54C0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aphicFrame>
        <p:nvGraphicFramePr>
          <p:cNvPr id="45" name="Marcador de contenido 2">
            <a:extLst>
              <a:ext uri="{FF2B5EF4-FFF2-40B4-BE49-F238E27FC236}">
                <a16:creationId xmlns:a16="http://schemas.microsoft.com/office/drawing/2014/main" id="{526B7D1B-9AEE-F340-9506-45348E7250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6600011"/>
              </p:ext>
            </p:extLst>
          </p:nvPr>
        </p:nvGraphicFramePr>
        <p:xfrm>
          <a:off x="1886711" y="2394610"/>
          <a:ext cx="8412480" cy="3174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03F110B9-49DF-5F23-5472-09E3AC23DE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260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57" name="Straight Connector 45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4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49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2D1197-C9E1-96BD-6C23-07884B342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667" y="2578629"/>
            <a:ext cx="3882459" cy="17007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i="1" kern="1200" spc="1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Investigación</a:t>
            </a:r>
            <a:r>
              <a:rPr lang="en-US" sz="5400" i="1" kern="1200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i="1" kern="1200" spc="1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inicial</a:t>
            </a:r>
            <a:endParaRPr lang="en-US" sz="5400" i="1" kern="1200" spc="1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50254F-1FE9-F61F-56B3-B2BF2AF5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1" y="6007608"/>
            <a:ext cx="3586709" cy="36512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Infostealers are dead... Long live infostealers!  </a:t>
            </a:r>
            <a:r>
              <a:rPr lang="en-US" kern="1200" spc="50" baseline="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AsturCON</a:t>
            </a:r>
            <a:r>
              <a:rPr lang="en-US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2024</a:t>
            </a:r>
          </a:p>
        </p:txBody>
      </p:sp>
      <p:sp>
        <p:nvSpPr>
          <p:cNvPr id="61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25FB3A-1738-AC16-24AF-5D42A280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 vert="horz" lIns="45720" tIns="45720" rIns="4572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DEE2E35A-A4AC-9214-C946-9243F8B63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6032524"/>
              </p:ext>
            </p:extLst>
          </p:nvPr>
        </p:nvGraphicFramePr>
        <p:xfrm>
          <a:off x="6280566" y="1482504"/>
          <a:ext cx="5138767" cy="3892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4F619C59-DCCF-95E3-7A89-6AB131063B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6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Análisis de muestras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6395DE-6423-37AA-C95E-D6DE61BD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AAD85299-FDAF-9E05-59B8-B492E2C447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0936017"/>
              </p:ext>
            </p:extLst>
          </p:nvPr>
        </p:nvGraphicFramePr>
        <p:xfrm>
          <a:off x="563418" y="2137533"/>
          <a:ext cx="10640291" cy="3870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Gráfico 8">
            <a:extLst>
              <a:ext uri="{FF2B5EF4-FFF2-40B4-BE49-F238E27FC236}">
                <a16:creationId xmlns:a16="http://schemas.microsoft.com/office/drawing/2014/main" id="{370482EE-8096-ADF0-0CCB-7D923995A6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36906" y="4472344"/>
            <a:ext cx="1171575" cy="1285875"/>
          </a:xfrm>
          <a:prstGeom prst="rect">
            <a:avLst/>
          </a:prstGeom>
        </p:spPr>
      </p:pic>
      <p:pic>
        <p:nvPicPr>
          <p:cNvPr id="11" name="Imagen 10" descr="Icono&#10;&#10;Descripción generada automáticamente">
            <a:extLst>
              <a:ext uri="{FF2B5EF4-FFF2-40B4-BE49-F238E27FC236}">
                <a16:creationId xmlns:a16="http://schemas.microsoft.com/office/drawing/2014/main" id="{7F94377D-7A93-62B3-59D1-829E033D7C9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5" t="17567" r="14962" b="19795"/>
          <a:stretch/>
        </p:blipFill>
        <p:spPr>
          <a:xfrm>
            <a:off x="2930304" y="4220157"/>
            <a:ext cx="1253923" cy="1191634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D5F86263-5A8F-BF55-EC35-B41A403505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36907" y="2662001"/>
            <a:ext cx="1171575" cy="1285875"/>
          </a:xfrm>
          <a:prstGeom prst="rect">
            <a:avLst/>
          </a:prstGeom>
        </p:spPr>
      </p:pic>
      <p:pic>
        <p:nvPicPr>
          <p:cNvPr id="13" name="Imagen 12" descr="Logotipo&#10;&#10;Descripción generada automáticamente">
            <a:extLst>
              <a:ext uri="{FF2B5EF4-FFF2-40B4-BE49-F238E27FC236}">
                <a16:creationId xmlns:a16="http://schemas.microsoft.com/office/drawing/2014/main" id="{8A9428BC-839F-2810-711F-CB7E14E2435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20" r="9095" b="8196"/>
          <a:stretch/>
        </p:blipFill>
        <p:spPr>
          <a:xfrm>
            <a:off x="2815293" y="2456784"/>
            <a:ext cx="1284870" cy="1388656"/>
          </a:xfrm>
          <a:prstGeom prst="rect">
            <a:avLst/>
          </a:prstGeom>
        </p:spPr>
      </p:pic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F50B7EB5-F3AD-4A60-9306-7DDF11BE01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368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57" name="Straight Connector 45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4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49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2D1197-C9E1-96BD-6C23-07884B342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667" y="2578629"/>
            <a:ext cx="3882459" cy="17007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i="1" kern="1200" spc="1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Estudio</a:t>
            </a:r>
            <a:r>
              <a:rPr lang="en-US" sz="5400" i="1" kern="1200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5400" i="1" kern="1200" spc="1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alternativas</a:t>
            </a:r>
            <a:endParaRPr lang="en-US" sz="5400" i="1" kern="1200" spc="1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50254F-1FE9-F61F-56B3-B2BF2AF5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1" y="6007608"/>
            <a:ext cx="3622925" cy="365125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Infostealers are dead... Long live infostealers!  </a:t>
            </a:r>
            <a:r>
              <a:rPr lang="en-US" sz="1200" kern="1200" spc="50" baseline="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AsturCON</a:t>
            </a:r>
            <a:r>
              <a:rPr lang="en-US" sz="1200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2024</a:t>
            </a:r>
          </a:p>
        </p:txBody>
      </p:sp>
      <p:sp>
        <p:nvSpPr>
          <p:cNvPr id="61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25FB3A-1738-AC16-24AF-5D42A280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 vert="horz" lIns="45720" tIns="45720" rIns="4572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 dirty="0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DEE2E35A-A4AC-9214-C946-9243F8B63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303798"/>
              </p:ext>
            </p:extLst>
          </p:nvPr>
        </p:nvGraphicFramePr>
        <p:xfrm>
          <a:off x="6280566" y="1482504"/>
          <a:ext cx="5138767" cy="3892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4999F8FD-622B-1A5B-81A8-91E6F207E5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03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Infraestructura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6395DE-6423-37AA-C95E-D6DE61BD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10" name="Imagen 9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464127E7-BB4F-3C4F-E67C-4584D98CC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882" y="2589406"/>
            <a:ext cx="4843068" cy="2784764"/>
          </a:xfrm>
          <a:prstGeom prst="rect">
            <a:avLst/>
          </a:prstGeom>
        </p:spPr>
      </p:pic>
      <p:pic>
        <p:nvPicPr>
          <p:cNvPr id="15" name="Imagen 14" descr="Imagen de la pantalla de una ventana&#10;&#10;Descripción generada automáticamente con confianza media">
            <a:extLst>
              <a:ext uri="{FF2B5EF4-FFF2-40B4-BE49-F238E27FC236}">
                <a16:creationId xmlns:a16="http://schemas.microsoft.com/office/drawing/2014/main" id="{DC96E191-73C5-3AA9-E2E7-4B6134DC1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95" y="2589405"/>
            <a:ext cx="2540050" cy="2784765"/>
          </a:xfrm>
          <a:prstGeom prst="rect">
            <a:avLst/>
          </a:prstGeom>
        </p:spPr>
      </p:pic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5756829E-7C05-C724-388A-1B78215504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15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D9102-8822-6B2E-9E6F-C87AD1943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F7D3171-568F-E2E1-ED84-EDBF2EB8B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F3B7DA4-C990-6563-A351-0484BA860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6E7EF9-66E5-C46E-FBF1-AACC534A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Alternativas de navegadores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700E32-FEE0-FFA9-56B1-EB111571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C2DE708E-8703-2B7C-A639-0CFDAF818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8E456B-10FC-E1F8-43D0-9F9CA4A1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E2CD9D5C-13F9-CCCA-6D47-50AAF5B22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CA27A3DD-E32B-C557-8CF7-29AC17BFEE40}"/>
              </a:ext>
            </a:extLst>
          </p:cNvPr>
          <p:cNvGrpSpPr/>
          <p:nvPr/>
        </p:nvGrpSpPr>
        <p:grpSpPr>
          <a:xfrm>
            <a:off x="3478410" y="2484311"/>
            <a:ext cx="5229082" cy="2994954"/>
            <a:chOff x="3611925" y="2447078"/>
            <a:chExt cx="5229082" cy="2994954"/>
          </a:xfrm>
        </p:grpSpPr>
        <p:pic>
          <p:nvPicPr>
            <p:cNvPr id="7" name="Imagen 6" descr="Logotipo, Icono&#10;&#10;Descripción generada automáticamente">
              <a:extLst>
                <a:ext uri="{FF2B5EF4-FFF2-40B4-BE49-F238E27FC236}">
                  <a16:creationId xmlns:a16="http://schemas.microsoft.com/office/drawing/2014/main" id="{D7BB28A8-6542-DBE8-B87E-3CC662C32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01613" y="2447078"/>
              <a:ext cx="1039394" cy="1080000"/>
            </a:xfrm>
            <a:prstGeom prst="rect">
              <a:avLst/>
            </a:prstGeom>
          </p:spPr>
        </p:pic>
        <p:pic>
          <p:nvPicPr>
            <p:cNvPr id="9" name="Imagen 8" descr="Logotipo&#10;&#10;Descripción generada automáticamente">
              <a:extLst>
                <a:ext uri="{FF2B5EF4-FFF2-40B4-BE49-F238E27FC236}">
                  <a16:creationId xmlns:a16="http://schemas.microsoft.com/office/drawing/2014/main" id="{D516D410-83AE-FEA8-544B-BA0FBA2E1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6769" y="2447078"/>
              <a:ext cx="1080000" cy="1080000"/>
            </a:xfrm>
            <a:prstGeom prst="rect">
              <a:avLst/>
            </a:prstGeom>
          </p:spPr>
        </p:pic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17E43DA3-3049-F8C3-F046-D5F37A0D6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11925" y="4362032"/>
              <a:ext cx="1080000" cy="1080000"/>
            </a:xfrm>
            <a:prstGeom prst="rect">
              <a:avLst/>
            </a:prstGeom>
          </p:spPr>
        </p:pic>
        <p:pic>
          <p:nvPicPr>
            <p:cNvPr id="17" name="Imagen 16" descr="Forma, Círculo&#10;&#10;Descripción generada automáticamente">
              <a:extLst>
                <a:ext uri="{FF2B5EF4-FFF2-40B4-BE49-F238E27FC236}">
                  <a16:creationId xmlns:a16="http://schemas.microsoft.com/office/drawing/2014/main" id="{A7554036-EEEE-A0F0-D3D8-6635565BA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33" t="9394" r="9564" b="9908"/>
            <a:stretch/>
          </p:blipFill>
          <p:spPr>
            <a:xfrm>
              <a:off x="5714768" y="4362032"/>
              <a:ext cx="1064001" cy="1080000"/>
            </a:xfrm>
            <a:prstGeom prst="rect">
              <a:avLst/>
            </a:prstGeom>
          </p:spPr>
        </p:pic>
        <p:pic>
          <p:nvPicPr>
            <p:cNvPr id="21" name="Imagen 20" descr="Logotipo&#10;&#10;Descripción generada automáticamente">
              <a:extLst>
                <a:ext uri="{FF2B5EF4-FFF2-40B4-BE49-F238E27FC236}">
                  <a16:creationId xmlns:a16="http://schemas.microsoft.com/office/drawing/2014/main" id="{B44244B7-5840-4274-AE6F-77FC9C49B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73750" b="127"/>
            <a:stretch/>
          </p:blipFill>
          <p:spPr>
            <a:xfrm>
              <a:off x="7859042" y="4362032"/>
              <a:ext cx="924535" cy="1080000"/>
            </a:xfrm>
            <a:prstGeom prst="rect">
              <a:avLst/>
            </a:prstGeom>
          </p:spPr>
        </p:pic>
        <p:pic>
          <p:nvPicPr>
            <p:cNvPr id="24" name="Imagen 23" descr="Logotipo, Icono&#10;&#10;Descripción generada automáticamente">
              <a:extLst>
                <a:ext uri="{FF2B5EF4-FFF2-40B4-BE49-F238E27FC236}">
                  <a16:creationId xmlns:a16="http://schemas.microsoft.com/office/drawing/2014/main" id="{CBFC0759-0FE2-24A2-4675-FE316968A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1925" y="2447078"/>
              <a:ext cx="1080000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04022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02EBD-8BA7-28EC-D642-69B905BCB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FC684A9-56AC-7D66-3BAB-286F0E339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8AAF7E-41EC-76D1-F106-8CD9B237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5F24E0-10F4-EC2F-0AAF-723C620A5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 fontScale="90000"/>
          </a:bodyPr>
          <a:lstStyle/>
          <a:p>
            <a:r>
              <a:rPr lang="es-ES" dirty="0">
                <a:solidFill>
                  <a:schemeClr val="bg1"/>
                </a:solidFill>
              </a:rPr>
              <a:t>Alternativas de navegadores REALES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6C3C09-6387-ABFE-9368-D3ECDD8C8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DF86D85A-4661-9AD2-9C2F-2DD99EB8B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A44FF5-0A06-02B7-7321-CAE73952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AC7DD869-CAE2-57C9-8C01-B8748EAFD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A6DD4733-625F-89D2-95DC-8611BE57BDA4}"/>
              </a:ext>
            </a:extLst>
          </p:cNvPr>
          <p:cNvGrpSpPr/>
          <p:nvPr/>
        </p:nvGrpSpPr>
        <p:grpSpPr>
          <a:xfrm>
            <a:off x="2165097" y="2376593"/>
            <a:ext cx="7855707" cy="2880000"/>
            <a:chOff x="2203989" y="2375885"/>
            <a:chExt cx="7855707" cy="2880000"/>
          </a:xfrm>
        </p:grpSpPr>
        <p:pic>
          <p:nvPicPr>
            <p:cNvPr id="8" name="Imagen 7" descr="Logotipo, Icono&#10;&#10;Descripción generada automáticamente">
              <a:extLst>
                <a:ext uri="{FF2B5EF4-FFF2-40B4-BE49-F238E27FC236}">
                  <a16:creationId xmlns:a16="http://schemas.microsoft.com/office/drawing/2014/main" id="{C7B35A60-4F44-3D44-7865-DC3AF9F10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7977" y="2375885"/>
              <a:ext cx="2771719" cy="2880000"/>
            </a:xfrm>
            <a:prstGeom prst="rect">
              <a:avLst/>
            </a:prstGeom>
          </p:spPr>
        </p:pic>
        <p:pic>
          <p:nvPicPr>
            <p:cNvPr id="15" name="Imagen 14" descr="Icono&#10;&#10;Descripción generada automáticamente">
              <a:extLst>
                <a:ext uri="{FF2B5EF4-FFF2-40B4-BE49-F238E27FC236}">
                  <a16:creationId xmlns:a16="http://schemas.microsoft.com/office/drawing/2014/main" id="{C1FB5086-FF0A-4ED7-99B7-B32212257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3989" y="2375885"/>
              <a:ext cx="2880000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5010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34B93-536E-1E60-5FFC-5FDF96591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63C06CA-12FE-C578-6697-5B82A4BA8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CB3728-4635-EAE9-735D-DE6A4AF2B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F9AD2A-7EDD-09CB-227A-C0986880B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 fontScale="90000"/>
          </a:bodyPr>
          <a:lstStyle/>
          <a:p>
            <a:r>
              <a:rPr lang="es-ES" dirty="0">
                <a:solidFill>
                  <a:schemeClr val="bg1"/>
                </a:solidFill>
              </a:rPr>
              <a:t>Alternativas de navegadores REALES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F4015C-4688-9A19-2D9B-DF589F3CC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40A8A446-53A6-7AF5-F426-2C179390D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506526-669E-BF08-6E22-4D07D3B8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AA50B994-9460-37B3-3867-DAF5302B7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graphicFrame>
        <p:nvGraphicFramePr>
          <p:cNvPr id="24" name="Gráfico 23">
            <a:extLst>
              <a:ext uri="{FF2B5EF4-FFF2-40B4-BE49-F238E27FC236}">
                <a16:creationId xmlns:a16="http://schemas.microsoft.com/office/drawing/2014/main" id="{D27C0FED-0B8A-CB6A-1CCE-35BA501100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6207252"/>
              </p:ext>
            </p:extLst>
          </p:nvPr>
        </p:nvGraphicFramePr>
        <p:xfrm>
          <a:off x="592586" y="2159457"/>
          <a:ext cx="5782056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1" name="Grupo 30">
            <a:extLst>
              <a:ext uri="{FF2B5EF4-FFF2-40B4-BE49-F238E27FC236}">
                <a16:creationId xmlns:a16="http://schemas.microsoft.com/office/drawing/2014/main" id="{4F04CC8B-FF88-566C-3761-3282A083190D}"/>
              </a:ext>
            </a:extLst>
          </p:cNvPr>
          <p:cNvGrpSpPr/>
          <p:nvPr/>
        </p:nvGrpSpPr>
        <p:grpSpPr>
          <a:xfrm>
            <a:off x="7243269" y="2533059"/>
            <a:ext cx="2944800" cy="2850270"/>
            <a:chOff x="7798853" y="2349000"/>
            <a:chExt cx="2944800" cy="2850270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333D510D-7561-2E78-7082-CAFE187C07FF}"/>
                </a:ext>
              </a:extLst>
            </p:cNvPr>
            <p:cNvGrpSpPr/>
            <p:nvPr/>
          </p:nvGrpSpPr>
          <p:grpSpPr>
            <a:xfrm>
              <a:off x="7798853" y="2349000"/>
              <a:ext cx="2944800" cy="1080000"/>
              <a:chOff x="2203989" y="2375885"/>
              <a:chExt cx="7855707" cy="2880000"/>
            </a:xfrm>
          </p:grpSpPr>
          <p:pic>
            <p:nvPicPr>
              <p:cNvPr id="26" name="Imagen 25" descr="Logotipo, Icono&#10;&#10;Descripción generada automáticamente">
                <a:extLst>
                  <a:ext uri="{FF2B5EF4-FFF2-40B4-BE49-F238E27FC236}">
                    <a16:creationId xmlns:a16="http://schemas.microsoft.com/office/drawing/2014/main" id="{902B76F5-EEB9-89B2-21D2-BC56E78493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87977" y="2375885"/>
                <a:ext cx="2771719" cy="2880000"/>
              </a:xfrm>
              <a:prstGeom prst="rect">
                <a:avLst/>
              </a:prstGeom>
            </p:spPr>
          </p:pic>
          <p:pic>
            <p:nvPicPr>
              <p:cNvPr id="27" name="Imagen 26" descr="Icono&#10;&#10;Descripción generada automáticamente">
                <a:extLst>
                  <a:ext uri="{FF2B5EF4-FFF2-40B4-BE49-F238E27FC236}">
                    <a16:creationId xmlns:a16="http://schemas.microsoft.com/office/drawing/2014/main" id="{3C92AF59-76D4-878F-60FE-FB06FEAF6D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3989" y="2375885"/>
                <a:ext cx="2880000" cy="2880000"/>
              </a:xfrm>
              <a:prstGeom prst="rect">
                <a:avLst/>
              </a:prstGeom>
            </p:spPr>
          </p:pic>
        </p:grpSp>
        <p:sp>
          <p:nvSpPr>
            <p:cNvPr id="28" name="Signo más 27">
              <a:extLst>
                <a:ext uri="{FF2B5EF4-FFF2-40B4-BE49-F238E27FC236}">
                  <a16:creationId xmlns:a16="http://schemas.microsoft.com/office/drawing/2014/main" id="{92FCBEB6-5FE4-7E63-C9E7-70E2F5FBEB93}"/>
                </a:ext>
              </a:extLst>
            </p:cNvPr>
            <p:cNvSpPr/>
            <p:nvPr/>
          </p:nvSpPr>
          <p:spPr>
            <a:xfrm>
              <a:off x="8902720" y="2468295"/>
              <a:ext cx="822407" cy="841409"/>
            </a:xfrm>
            <a:prstGeom prst="mathPlus">
              <a:avLst/>
            </a:prstGeom>
            <a:solidFill>
              <a:schemeClr val="tx2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Flecha: hacia abajo 28">
              <a:extLst>
                <a:ext uri="{FF2B5EF4-FFF2-40B4-BE49-F238E27FC236}">
                  <a16:creationId xmlns:a16="http://schemas.microsoft.com/office/drawing/2014/main" id="{0A661CEE-7C64-F384-D1F7-8ED8508A37DB}"/>
                </a:ext>
              </a:extLst>
            </p:cNvPr>
            <p:cNvSpPr/>
            <p:nvPr/>
          </p:nvSpPr>
          <p:spPr>
            <a:xfrm>
              <a:off x="8963923" y="3544687"/>
              <a:ext cx="699999" cy="650159"/>
            </a:xfrm>
            <a:prstGeom prst="downArrow">
              <a:avLst/>
            </a:prstGeom>
            <a:solidFill>
              <a:srgbClr val="26262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961A9874-2C79-6C6A-BB25-7B357E2E0D4D}"/>
                </a:ext>
              </a:extLst>
            </p:cNvPr>
            <p:cNvSpPr txBox="1"/>
            <p:nvPr/>
          </p:nvSpPr>
          <p:spPr>
            <a:xfrm>
              <a:off x="8390949" y="4429829"/>
              <a:ext cx="18459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400" b="1" dirty="0"/>
                <a:t>&gt;90%</a:t>
              </a:r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A002605E-8ACE-1FD6-C79F-F36BC67260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53" y="3958194"/>
            <a:ext cx="540000" cy="540000"/>
          </a:xfrm>
          <a:prstGeom prst="rect">
            <a:avLst/>
          </a:prstGeom>
        </p:spPr>
      </p:pic>
      <p:pic>
        <p:nvPicPr>
          <p:cNvPr id="34" name="Imagen 33" descr="Logotipo, Icono, nombre de la empresa&#10;&#10;Descripción generada automáticamente">
            <a:extLst>
              <a:ext uri="{FF2B5EF4-FFF2-40B4-BE49-F238E27FC236}">
                <a16:creationId xmlns:a16="http://schemas.microsoft.com/office/drawing/2014/main" id="{8CCEBE8B-7F37-3AFC-A2DD-F597C6E6CF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612" y="3117335"/>
            <a:ext cx="289550" cy="288000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76DA3F11-FE72-C45C-3786-8E1389B4FBFD}"/>
              </a:ext>
            </a:extLst>
          </p:cNvPr>
          <p:cNvSpPr txBox="1"/>
          <p:nvPr/>
        </p:nvSpPr>
        <p:spPr>
          <a:xfrm>
            <a:off x="2100025" y="5629675"/>
            <a:ext cx="3419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Fuente: www.similarweb.com</a:t>
            </a:r>
          </a:p>
        </p:txBody>
      </p:sp>
    </p:spTree>
    <p:extLst>
      <p:ext uri="{BB962C8B-B14F-4D97-AF65-F5344CB8AC3E}">
        <p14:creationId xmlns:p14="http://schemas.microsoft.com/office/powerpoint/2010/main" val="3112700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Alternativas de lenguaje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6395DE-6423-37AA-C95E-D6DE61BD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E01B198-CA97-A520-98F2-B934F8A505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7" t="6512" r="9096" b="10256"/>
          <a:stretch/>
        </p:blipFill>
        <p:spPr>
          <a:xfrm>
            <a:off x="1366059" y="2772942"/>
            <a:ext cx="2177915" cy="2186704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7640BC26-0A3D-A986-9399-D56C5718F0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7029" r="1" b="2424"/>
          <a:stretch/>
        </p:blipFill>
        <p:spPr>
          <a:xfrm>
            <a:off x="4910033" y="2892611"/>
            <a:ext cx="2177916" cy="2179283"/>
          </a:xfrm>
          <a:prstGeom prst="rect">
            <a:avLst/>
          </a:prstGeom>
        </p:spPr>
      </p:pic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CE32E4D4-4BD2-34FB-1301-4B121A83956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5" t="17567" r="14962" b="16254"/>
          <a:stretch/>
        </p:blipFill>
        <p:spPr>
          <a:xfrm>
            <a:off x="8551016" y="2772942"/>
            <a:ext cx="2177916" cy="2186705"/>
          </a:xfrm>
          <a:prstGeom prst="rect">
            <a:avLst/>
          </a:prstGeom>
        </p:spPr>
      </p:pic>
      <p:pic>
        <p:nvPicPr>
          <p:cNvPr id="8" name="Imagen 7" descr="Forma&#10;&#10;Descripción generada automáticamente con confianza media">
            <a:extLst>
              <a:ext uri="{FF2B5EF4-FFF2-40B4-BE49-F238E27FC236}">
                <a16:creationId xmlns:a16="http://schemas.microsoft.com/office/drawing/2014/main" id="{7D1F27F0-DA7B-8F42-B29F-822FDF06DD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66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1" y="420625"/>
            <a:ext cx="11354586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Alternativas de lenguaje – JavaScript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6395DE-6423-37AA-C95E-D6DE61BD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 dirty="0"/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E01B198-CA97-A520-98F2-B934F8A505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7" t="6512" r="9096" b="10256"/>
          <a:stretch/>
        </p:blipFill>
        <p:spPr>
          <a:xfrm>
            <a:off x="1366059" y="2772942"/>
            <a:ext cx="2177915" cy="218670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268B8D8-3CA2-1E57-71C4-AA2242DD9B26}"/>
              </a:ext>
            </a:extLst>
          </p:cNvPr>
          <p:cNvSpPr txBox="1"/>
          <p:nvPr/>
        </p:nvSpPr>
        <p:spPr>
          <a:xfrm>
            <a:off x="5305330" y="3131102"/>
            <a:ext cx="31415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Ventajas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Ligero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Facilidad con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Menor detección</a:t>
            </a:r>
          </a:p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B638BB3-88BF-1905-E1CD-DB68A01DB17A}"/>
              </a:ext>
            </a:extLst>
          </p:cNvPr>
          <p:cNvSpPr txBox="1"/>
          <p:nvPr/>
        </p:nvSpPr>
        <p:spPr>
          <a:xfrm>
            <a:off x="8748665" y="3131102"/>
            <a:ext cx="3141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Desventajas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Muchas dependencias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Tamaño del ejecutable</a:t>
            </a:r>
          </a:p>
        </p:txBody>
      </p:sp>
      <p:pic>
        <p:nvPicPr>
          <p:cNvPr id="6" name="Imagen 5" descr="Forma&#10;&#10;Descripción generada automáticamente con confianza media">
            <a:extLst>
              <a:ext uri="{FF2B5EF4-FFF2-40B4-BE49-F238E27FC236}">
                <a16:creationId xmlns:a16="http://schemas.microsoft.com/office/drawing/2014/main" id="{EC40F005-1109-FE5C-01DB-70E730637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463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Alternativas de lenguaje – Python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6395DE-6423-37AA-C95E-D6DE61BD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/>
              <a:t>Infostealers are dead... Long live infostealers!  </a:t>
            </a:r>
            <a:r>
              <a:rPr lang="en-US" sz="1200" dirty="0" err="1"/>
              <a:t>AsturCON</a:t>
            </a:r>
            <a:r>
              <a:rPr lang="en-US" sz="1200" dirty="0"/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640BC26-0A3D-A986-9399-D56C5718F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029" r="1" b="2424"/>
          <a:stretch/>
        </p:blipFill>
        <p:spPr>
          <a:xfrm>
            <a:off x="4910033" y="2892611"/>
            <a:ext cx="2177916" cy="217928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2F8C760-0190-2A3E-49B4-C8155EAE8E7C}"/>
              </a:ext>
            </a:extLst>
          </p:cNvPr>
          <p:cNvSpPr txBox="1"/>
          <p:nvPr/>
        </p:nvSpPr>
        <p:spPr>
          <a:xfrm>
            <a:off x="965722" y="2891101"/>
            <a:ext cx="32622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Ventajas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Sencillo de aprender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Común en ciberseguridad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Interacción con librerías de Windows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343A26B-EACF-4802-1972-715B1ADA25E3}"/>
              </a:ext>
            </a:extLst>
          </p:cNvPr>
          <p:cNvSpPr txBox="1"/>
          <p:nvPr/>
        </p:nvSpPr>
        <p:spPr>
          <a:xfrm>
            <a:off x="8150679" y="2891101"/>
            <a:ext cx="29785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Desventajas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Depende del intérprete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Tamaño del ejecutable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Falsos positivos</a:t>
            </a:r>
          </a:p>
        </p:txBody>
      </p:sp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CE27CF0F-E680-3401-DED8-53F67270EE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71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Alternativas de lenguaje – C#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6395DE-6423-37AA-C95E-D6DE61BD8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CE32E4D4-4BD2-34FB-1301-4B121A8395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5" t="17567" r="14962" b="16254"/>
          <a:stretch/>
        </p:blipFill>
        <p:spPr>
          <a:xfrm>
            <a:off x="8551016" y="2772942"/>
            <a:ext cx="2177916" cy="218670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D6F5D31-81A7-5BAE-4D66-192C3D599FFF}"/>
              </a:ext>
            </a:extLst>
          </p:cNvPr>
          <p:cNvSpPr txBox="1"/>
          <p:nvPr/>
        </p:nvSpPr>
        <p:spPr>
          <a:xfrm>
            <a:off x="860064" y="2900269"/>
            <a:ext cx="29152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Ventajas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Integración con Windows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Permite bajo nivel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EDE86EB-F1A3-BD6F-92A8-A0C70D615270}"/>
              </a:ext>
            </a:extLst>
          </p:cNvPr>
          <p:cNvSpPr txBox="1"/>
          <p:nvPr/>
        </p:nvSpPr>
        <p:spPr>
          <a:xfrm>
            <a:off x="4635343" y="2900269"/>
            <a:ext cx="29152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Desventajas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Decompilación</a:t>
            </a:r>
            <a:r>
              <a:rPr lang="es-ES" dirty="0"/>
              <a:t> trivial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Utilizado por la muestra con más detección</a:t>
            </a:r>
          </a:p>
        </p:txBody>
      </p:sp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199DF4CC-252D-2D0F-1293-6E2FA4B31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165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Alternativas de lenguaje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E01B198-CA97-A520-98F2-B934F8A505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7" t="6512" r="9096" b="10256"/>
          <a:stretch/>
        </p:blipFill>
        <p:spPr>
          <a:xfrm>
            <a:off x="1366059" y="2772942"/>
            <a:ext cx="2177915" cy="2186704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7640BC26-0A3D-A986-9399-D56C5718F0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7029" r="1" b="2424"/>
          <a:stretch/>
        </p:blipFill>
        <p:spPr>
          <a:xfrm>
            <a:off x="4910033" y="2892611"/>
            <a:ext cx="2177916" cy="2179283"/>
          </a:xfrm>
          <a:prstGeom prst="rect">
            <a:avLst/>
          </a:prstGeom>
        </p:spPr>
      </p:pic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CE32E4D4-4BD2-34FB-1301-4B121A83956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5" t="17567" r="14962" b="16254"/>
          <a:stretch/>
        </p:blipFill>
        <p:spPr>
          <a:xfrm>
            <a:off x="8551016" y="2772942"/>
            <a:ext cx="2177916" cy="2186705"/>
          </a:xfrm>
          <a:prstGeom prst="rect">
            <a:avLst/>
          </a:prstGeom>
        </p:spPr>
      </p:pic>
      <p:pic>
        <p:nvPicPr>
          <p:cNvPr id="8" name="Imagen 7" descr="Forma&#10;&#10;Descripción generada automáticamente con confianza media">
            <a:extLst>
              <a:ext uri="{FF2B5EF4-FFF2-40B4-BE49-F238E27FC236}">
                <a16:creationId xmlns:a16="http://schemas.microsoft.com/office/drawing/2014/main" id="{B8496B68-8FB4-BA43-5869-54B10624D5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9" name="Marcador de pie de página 3">
            <a:extLst>
              <a:ext uri="{FF2B5EF4-FFF2-40B4-BE49-F238E27FC236}">
                <a16:creationId xmlns:a16="http://schemas.microsoft.com/office/drawing/2014/main" id="{47B280F1-9AE9-D313-4C83-1798DBB7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1848896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Alternativas de lenguaje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E01B198-CA97-A520-98F2-B934F8A505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7" t="6512" r="9096" b="10256"/>
          <a:stretch/>
        </p:blipFill>
        <p:spPr>
          <a:xfrm>
            <a:off x="1366059" y="2772942"/>
            <a:ext cx="2177915" cy="2186704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7640BC26-0A3D-A986-9399-D56C5718F0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7029" r="1" b="2424"/>
          <a:stretch/>
        </p:blipFill>
        <p:spPr>
          <a:xfrm>
            <a:off x="4910033" y="2892611"/>
            <a:ext cx="2177916" cy="2179283"/>
          </a:xfrm>
          <a:prstGeom prst="rect">
            <a:avLst/>
          </a:prstGeom>
        </p:spPr>
      </p:pic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CE32E4D4-4BD2-34FB-1301-4B121A83956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5" t="17567" r="14962" b="16254"/>
          <a:stretch/>
        </p:blipFill>
        <p:spPr>
          <a:xfrm>
            <a:off x="8551016" y="2772942"/>
            <a:ext cx="2177916" cy="2186705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D3E75878-CD40-D7D4-7174-E00851D10F6B}"/>
              </a:ext>
            </a:extLst>
          </p:cNvPr>
          <p:cNvSpPr/>
          <p:nvPr/>
        </p:nvSpPr>
        <p:spPr>
          <a:xfrm>
            <a:off x="8093798" y="2462543"/>
            <a:ext cx="2924269" cy="28065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 descr="Forma&#10;&#10;Descripción generada automáticamente con confianza media">
            <a:extLst>
              <a:ext uri="{FF2B5EF4-FFF2-40B4-BE49-F238E27FC236}">
                <a16:creationId xmlns:a16="http://schemas.microsoft.com/office/drawing/2014/main" id="{CD986E92-0306-201C-C3E8-0A8874AFBE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0" name="Marcador de pie de página 3">
            <a:extLst>
              <a:ext uri="{FF2B5EF4-FFF2-40B4-BE49-F238E27FC236}">
                <a16:creationId xmlns:a16="http://schemas.microsoft.com/office/drawing/2014/main" id="{46F89E10-F7D0-7E4A-609B-89480F6AF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250197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Alternativas para pruebas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45637A2-EC1A-5824-CCCC-D9CDB7B1D1D4}"/>
              </a:ext>
            </a:extLst>
          </p:cNvPr>
          <p:cNvSpPr txBox="1"/>
          <p:nvPr/>
        </p:nvSpPr>
        <p:spPr>
          <a:xfrm>
            <a:off x="7207500" y="2376593"/>
            <a:ext cx="421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  Plataformas de escaneo múltiple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8018F70-8099-5DEF-F391-E16472095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449" y="4486675"/>
            <a:ext cx="1116818" cy="111681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4E0560CC-6B48-4251-2AED-213D365049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7972" b="2412"/>
          <a:stretch/>
        </p:blipFill>
        <p:spPr>
          <a:xfrm>
            <a:off x="7579313" y="3288525"/>
            <a:ext cx="1037136" cy="887989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">
            <a:extLst>
              <a:ext uri="{FF2B5EF4-FFF2-40B4-BE49-F238E27FC236}">
                <a16:creationId xmlns:a16="http://schemas.microsoft.com/office/drawing/2014/main" id="{5C931CBF-8060-C6A6-2B88-547675C030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267" y="3288525"/>
            <a:ext cx="1037136" cy="101775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06DA545-AAC9-AE54-5AAE-98A43962E610}"/>
              </a:ext>
            </a:extLst>
          </p:cNvPr>
          <p:cNvSpPr txBox="1"/>
          <p:nvPr/>
        </p:nvSpPr>
        <p:spPr>
          <a:xfrm>
            <a:off x="2019307" y="2381317"/>
            <a:ext cx="246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Instalaciones locales</a:t>
            </a: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3E039406-E89C-A857-E8CF-2E0077262D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1959" y="3288525"/>
            <a:ext cx="952500" cy="1000125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A5FE3490-719F-6A61-0847-7763EFC387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54686" y="3222329"/>
            <a:ext cx="1101275" cy="1101275"/>
          </a:xfrm>
          <a:prstGeom prst="rect">
            <a:avLst/>
          </a:prstGeom>
        </p:spPr>
      </p:pic>
      <p:pic>
        <p:nvPicPr>
          <p:cNvPr id="24" name="Imagen 2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55ADCB03-182F-FBAD-8FD0-41F6E08E27A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0044" b="-3166"/>
          <a:stretch/>
        </p:blipFill>
        <p:spPr>
          <a:xfrm>
            <a:off x="1654686" y="4486675"/>
            <a:ext cx="1218657" cy="1049253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6F83E49E-2D09-1B31-A034-23C1385719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1959" y="4497180"/>
            <a:ext cx="1400173" cy="1000124"/>
          </a:xfrm>
          <a:prstGeom prst="rect">
            <a:avLst/>
          </a:prstGeom>
        </p:spPr>
      </p:pic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9D0372D4-04B4-54E6-6E68-69BC99C4403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7" name="Marcador de pie de página 3">
            <a:extLst>
              <a:ext uri="{FF2B5EF4-FFF2-40B4-BE49-F238E27FC236}">
                <a16:creationId xmlns:a16="http://schemas.microsoft.com/office/drawing/2014/main" id="{6528428B-6DF7-D079-AA82-E01155758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2881057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Alternativas para pruebas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45637A2-EC1A-5824-CCCC-D9CDB7B1D1D4}"/>
              </a:ext>
            </a:extLst>
          </p:cNvPr>
          <p:cNvSpPr txBox="1"/>
          <p:nvPr/>
        </p:nvSpPr>
        <p:spPr>
          <a:xfrm>
            <a:off x="5303036" y="2376593"/>
            <a:ext cx="29651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Ventajas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Control total sobre configuración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Resultados detallados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Sin límites de análisis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Análisis estático y dinámico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06DA545-AAC9-AE54-5AAE-98A43962E610}"/>
              </a:ext>
            </a:extLst>
          </p:cNvPr>
          <p:cNvSpPr txBox="1"/>
          <p:nvPr/>
        </p:nvSpPr>
        <p:spPr>
          <a:xfrm>
            <a:off x="2019306" y="2381317"/>
            <a:ext cx="2457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Instalaciones locales</a:t>
            </a: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3E039406-E89C-A857-E8CF-2E0077262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1959" y="3288525"/>
            <a:ext cx="952500" cy="1000125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A5FE3490-719F-6A61-0847-7763EFC387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4686" y="3222329"/>
            <a:ext cx="1101275" cy="1101275"/>
          </a:xfrm>
          <a:prstGeom prst="rect">
            <a:avLst/>
          </a:prstGeom>
        </p:spPr>
      </p:pic>
      <p:pic>
        <p:nvPicPr>
          <p:cNvPr id="24" name="Imagen 2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55ADCB03-182F-FBAD-8FD0-41F6E08E27A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0044" b="-3166"/>
          <a:stretch/>
        </p:blipFill>
        <p:spPr>
          <a:xfrm>
            <a:off x="1654686" y="4486675"/>
            <a:ext cx="1218657" cy="1049253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6F83E49E-2D09-1B31-A034-23C1385719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91959" y="4497180"/>
            <a:ext cx="1400173" cy="100012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402253C-7491-BE0E-BCB1-2C5409ECA110}"/>
              </a:ext>
            </a:extLst>
          </p:cNvPr>
          <p:cNvSpPr txBox="1"/>
          <p:nvPr/>
        </p:nvSpPr>
        <p:spPr>
          <a:xfrm>
            <a:off x="9027163" y="2376593"/>
            <a:ext cx="29651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Desventajas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Tiempo y esfuerzo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Precio</a:t>
            </a:r>
          </a:p>
        </p:txBody>
      </p:sp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B06D87A-2F36-E6F5-C339-7D317B9F95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id="{A06D059F-82C3-0A59-A809-AEF4D9B7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843398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Alternativas para pruebas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45637A2-EC1A-5824-CCCC-D9CDB7B1D1D4}"/>
              </a:ext>
            </a:extLst>
          </p:cNvPr>
          <p:cNvSpPr txBox="1"/>
          <p:nvPr/>
        </p:nvSpPr>
        <p:spPr>
          <a:xfrm>
            <a:off x="7207500" y="2376593"/>
            <a:ext cx="421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  Plataformas de escaneo múltiple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8018F70-8099-5DEF-F391-E16472095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449" y="4486675"/>
            <a:ext cx="1116818" cy="111681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4E0560CC-6B48-4251-2AED-213D365049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7972" b="2412"/>
          <a:stretch/>
        </p:blipFill>
        <p:spPr>
          <a:xfrm>
            <a:off x="7579313" y="3288525"/>
            <a:ext cx="1037136" cy="887989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">
            <a:extLst>
              <a:ext uri="{FF2B5EF4-FFF2-40B4-BE49-F238E27FC236}">
                <a16:creationId xmlns:a16="http://schemas.microsoft.com/office/drawing/2014/main" id="{5C931CBF-8060-C6A6-2B88-547675C030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267" y="3288525"/>
            <a:ext cx="1037136" cy="101775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176EEA1-47EE-B975-B285-408DC9861A22}"/>
              </a:ext>
            </a:extLst>
          </p:cNvPr>
          <p:cNvSpPr txBox="1"/>
          <p:nvPr/>
        </p:nvSpPr>
        <p:spPr>
          <a:xfrm>
            <a:off x="444997" y="2376593"/>
            <a:ext cx="2965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Ventajas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Precio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Velocidad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Cantidad de análisis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0B54F57-C960-CA41-EAA2-F8C8CEC3A472}"/>
              </a:ext>
            </a:extLst>
          </p:cNvPr>
          <p:cNvSpPr txBox="1"/>
          <p:nvPr/>
        </p:nvSpPr>
        <p:spPr>
          <a:xfrm>
            <a:off x="4169124" y="2376593"/>
            <a:ext cx="30383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Desventajas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Caja negra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Falta de detalle en resultados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Muestras compartidas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Análisis sobre todo estático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  <p:pic>
        <p:nvPicPr>
          <p:cNvPr id="8" name="Imagen 7" descr="Forma&#10;&#10;Descripción generada automáticamente con confianza media">
            <a:extLst>
              <a:ext uri="{FF2B5EF4-FFF2-40B4-BE49-F238E27FC236}">
                <a16:creationId xmlns:a16="http://schemas.microsoft.com/office/drawing/2014/main" id="{0A899A35-1820-0A39-0E0C-D242B82774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9" name="Marcador de pie de página 3">
            <a:extLst>
              <a:ext uri="{FF2B5EF4-FFF2-40B4-BE49-F238E27FC236}">
                <a16:creationId xmlns:a16="http://schemas.microsoft.com/office/drawing/2014/main" id="{DB3D17A8-EAAF-3B4C-EBD0-081CED26A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11543270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5A73-38E7-8AC5-CE9A-6A0330799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F02B67E-3F61-3F8C-46DA-5F028B547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B73CF7C-C817-30C6-434E-B777A2C1F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621DD9-9C59-5017-E6A1-7F930055C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Alternativas para pruebas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029A6A40-07B6-FACF-63CC-13DD2007E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A5E2B4-B184-9C18-ED6F-0272D4AB3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FFA2586-1922-9A5E-A008-1E4E9235DE26}"/>
              </a:ext>
            </a:extLst>
          </p:cNvPr>
          <p:cNvSpPr txBox="1"/>
          <p:nvPr/>
        </p:nvSpPr>
        <p:spPr>
          <a:xfrm>
            <a:off x="7207500" y="2376593"/>
            <a:ext cx="421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  Plataformas de escaneo múltiple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3D342EA-5BC8-12EF-5EFB-915F82729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449" y="4486675"/>
            <a:ext cx="1116818" cy="111681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0E1293D3-83F6-1DEF-4558-F8D136AA7A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7972" b="2412"/>
          <a:stretch/>
        </p:blipFill>
        <p:spPr>
          <a:xfrm>
            <a:off x="7579313" y="3288525"/>
            <a:ext cx="1037136" cy="887989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">
            <a:extLst>
              <a:ext uri="{FF2B5EF4-FFF2-40B4-BE49-F238E27FC236}">
                <a16:creationId xmlns:a16="http://schemas.microsoft.com/office/drawing/2014/main" id="{C04D01F3-AA34-F584-26A4-F767534EDE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267" y="3288525"/>
            <a:ext cx="1037136" cy="101775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6FDA08E-DE26-C15C-BCC2-B0DD94286C9D}"/>
              </a:ext>
            </a:extLst>
          </p:cNvPr>
          <p:cNvSpPr txBox="1"/>
          <p:nvPr/>
        </p:nvSpPr>
        <p:spPr>
          <a:xfrm>
            <a:off x="2019307" y="2381317"/>
            <a:ext cx="246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Instalaciones locales</a:t>
            </a: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78A4BA00-811B-A99B-88C0-2737F892E4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1959" y="3288525"/>
            <a:ext cx="952500" cy="1000125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5B0A3A0C-2074-D505-3B61-3A3DBF6F38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54686" y="3222329"/>
            <a:ext cx="1101275" cy="1101275"/>
          </a:xfrm>
          <a:prstGeom prst="rect">
            <a:avLst/>
          </a:prstGeom>
        </p:spPr>
      </p:pic>
      <p:pic>
        <p:nvPicPr>
          <p:cNvPr id="24" name="Imagen 2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1D3D258B-1ACB-B607-1A3E-FAF864857A0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0044" b="-3166"/>
          <a:stretch/>
        </p:blipFill>
        <p:spPr>
          <a:xfrm>
            <a:off x="1654686" y="4486675"/>
            <a:ext cx="1218657" cy="1049253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C7D6FF69-E12B-EA7D-B795-0D99886C37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1959" y="4497180"/>
            <a:ext cx="1400173" cy="1000124"/>
          </a:xfrm>
          <a:prstGeom prst="rect">
            <a:avLst/>
          </a:prstGeom>
        </p:spPr>
      </p:pic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7C11CAEB-5002-7B54-4C75-2B6D6146631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7" name="Marcador de pie de página 3">
            <a:extLst>
              <a:ext uri="{FF2B5EF4-FFF2-40B4-BE49-F238E27FC236}">
                <a16:creationId xmlns:a16="http://schemas.microsoft.com/office/drawing/2014/main" id="{C7B84355-DFDB-554F-44F7-C9B7ED9C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2958497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58DBA-CAA1-0802-8B18-6B90BF2B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F6B142F-34D9-2871-5DEE-295F5E2EC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4168FB-864F-1382-6EE5-46799D1A2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89DE83-170D-CAED-E8E0-E54E6931F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But… wait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F1592B95-EE1A-D6A7-FA48-A827A8BD8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35CC41C-0176-245A-F3C1-6A10C656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DE6944A-0F7E-1C2E-02CD-E72BA229D6B7}"/>
              </a:ext>
            </a:extLst>
          </p:cNvPr>
          <p:cNvSpPr txBox="1"/>
          <p:nvPr/>
        </p:nvSpPr>
        <p:spPr>
          <a:xfrm>
            <a:off x="1039609" y="2376593"/>
            <a:ext cx="1540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KleenScan</a:t>
            </a:r>
            <a:endParaRPr lang="es-ES" b="1" dirty="0"/>
          </a:p>
        </p:txBody>
      </p:sp>
      <p:pic>
        <p:nvPicPr>
          <p:cNvPr id="17" name="Imagen 16" descr="Logotipo&#10;&#10;Descripción generada automáticamente">
            <a:extLst>
              <a:ext uri="{FF2B5EF4-FFF2-40B4-BE49-F238E27FC236}">
                <a16:creationId xmlns:a16="http://schemas.microsoft.com/office/drawing/2014/main" id="{018C9C50-0ECE-C14B-68A7-AFA637FE3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17" y="2272328"/>
            <a:ext cx="588869" cy="57786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9D4A653-95B2-C2B2-883F-E0E23257A9FA}"/>
              </a:ext>
            </a:extLst>
          </p:cNvPr>
          <p:cNvSpPr txBox="1"/>
          <p:nvPr/>
        </p:nvSpPr>
        <p:spPr>
          <a:xfrm>
            <a:off x="7440347" y="2405823"/>
            <a:ext cx="1540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VirusTotal</a:t>
            </a:r>
            <a:endParaRPr lang="es-ES" b="1" dirty="0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8810B22F-9B2E-F627-CA05-630BACEC74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7972" b="2412"/>
          <a:stretch/>
        </p:blipFill>
        <p:spPr>
          <a:xfrm>
            <a:off x="6802071" y="2319855"/>
            <a:ext cx="632180" cy="541268"/>
          </a:xfrm>
          <a:prstGeom prst="rect">
            <a:avLst/>
          </a:prstGeom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EDDD0C61-2C43-65AC-858A-B89F99ACCABE}"/>
              </a:ext>
            </a:extLst>
          </p:cNvPr>
          <p:cNvGrpSpPr/>
          <p:nvPr/>
        </p:nvGrpSpPr>
        <p:grpSpPr>
          <a:xfrm>
            <a:off x="752856" y="3270814"/>
            <a:ext cx="1827381" cy="2088175"/>
            <a:chOff x="752856" y="3270814"/>
            <a:chExt cx="1827381" cy="2088175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2450DDC2-973F-25E5-4D03-89C85F946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67771" r="74771" b="430"/>
            <a:stretch/>
          </p:blipFill>
          <p:spPr>
            <a:xfrm>
              <a:off x="758952" y="3270814"/>
              <a:ext cx="1821285" cy="1078384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1102E1A5-D0DA-F7C0-4F34-3B5926C10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2856" y="4349198"/>
              <a:ext cx="1714739" cy="1009791"/>
            </a:xfrm>
            <a:prstGeom prst="rect">
              <a:avLst/>
            </a:prstGeom>
          </p:spPr>
        </p:pic>
      </p:grpSp>
      <p:pic>
        <p:nvPicPr>
          <p:cNvPr id="20" name="Imagen 19">
            <a:extLst>
              <a:ext uri="{FF2B5EF4-FFF2-40B4-BE49-F238E27FC236}">
                <a16:creationId xmlns:a16="http://schemas.microsoft.com/office/drawing/2014/main" id="{CE2C4E0C-8062-D707-3EBB-6035D4AB7BD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00" t="-1" b="8428"/>
          <a:stretch/>
        </p:blipFill>
        <p:spPr>
          <a:xfrm>
            <a:off x="7315200" y="3275781"/>
            <a:ext cx="4421196" cy="45361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6801C3D-AA58-A31C-16AB-1E56BA97CEA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06"/>
          <a:stretch/>
        </p:blipFill>
        <p:spPr>
          <a:xfrm>
            <a:off x="7315200" y="3674210"/>
            <a:ext cx="3573336" cy="409632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536D55F7-16A3-5736-466B-4CCB0BDE69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9104" y="4032626"/>
            <a:ext cx="3343742" cy="238158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57493207-2997-031E-4221-D17A6CDB373B}"/>
              </a:ext>
            </a:extLst>
          </p:cNvPr>
          <p:cNvSpPr txBox="1"/>
          <p:nvPr/>
        </p:nvSpPr>
        <p:spPr>
          <a:xfrm>
            <a:off x="4490519" y="3499067"/>
            <a:ext cx="1821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rgbClr val="FF0000"/>
                </a:solidFill>
              </a:rPr>
              <a:t>??????</a:t>
            </a:r>
            <a:endParaRPr lang="es-ES" b="1" dirty="0">
              <a:solidFill>
                <a:srgbClr val="FF0000"/>
              </a:solidFill>
            </a:endParaRPr>
          </a:p>
        </p:txBody>
      </p:sp>
      <p:pic>
        <p:nvPicPr>
          <p:cNvPr id="26" name="Imagen 25" descr="Forma&#10;&#10;Descripción generada automáticamente con confianza media">
            <a:extLst>
              <a:ext uri="{FF2B5EF4-FFF2-40B4-BE49-F238E27FC236}">
                <a16:creationId xmlns:a16="http://schemas.microsoft.com/office/drawing/2014/main" id="{FF78C9CF-F25B-A872-3E7E-FF55C084FF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27" name="Marcador de pie de página 3">
            <a:extLst>
              <a:ext uri="{FF2B5EF4-FFF2-40B4-BE49-F238E27FC236}">
                <a16:creationId xmlns:a16="http://schemas.microsoft.com/office/drawing/2014/main" id="{13F114FA-18ED-EF07-6C6D-E1AA4EBB7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783250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A4489-B3E6-A903-115E-961125CDD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1D275D3-8E79-23DE-EAFF-48D34F3D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EDDD083-C6F1-A927-22C5-00E077D69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012D5C-9B7E-DBE8-3572-1A807AD28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Alternativas para pruebas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F6F02C69-05C4-91C2-1831-3959ECD32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135432-3959-12EE-7625-29D5A82F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3C2EA15-C1E9-9F77-B885-75D651310A33}"/>
              </a:ext>
            </a:extLst>
          </p:cNvPr>
          <p:cNvSpPr txBox="1"/>
          <p:nvPr/>
        </p:nvSpPr>
        <p:spPr>
          <a:xfrm>
            <a:off x="7207500" y="2376593"/>
            <a:ext cx="421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  Plataformas de escaneo múltiple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E1FBD38-7619-5A6D-82B3-9EA34B56F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449" y="4486675"/>
            <a:ext cx="1116818" cy="111681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FC72E142-33C8-02AA-8D8F-095E8D65AC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7972" b="2412"/>
          <a:stretch/>
        </p:blipFill>
        <p:spPr>
          <a:xfrm>
            <a:off x="7579313" y="3288525"/>
            <a:ext cx="1037136" cy="887989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">
            <a:extLst>
              <a:ext uri="{FF2B5EF4-FFF2-40B4-BE49-F238E27FC236}">
                <a16:creationId xmlns:a16="http://schemas.microsoft.com/office/drawing/2014/main" id="{F93BC396-B62C-A272-2997-81194EF653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267" y="3288525"/>
            <a:ext cx="1037136" cy="101775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16C4056-0D54-7D2F-7A41-2B1168F3377C}"/>
              </a:ext>
            </a:extLst>
          </p:cNvPr>
          <p:cNvSpPr txBox="1"/>
          <p:nvPr/>
        </p:nvSpPr>
        <p:spPr>
          <a:xfrm>
            <a:off x="2019307" y="2381317"/>
            <a:ext cx="246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Instalaciones locales</a:t>
            </a: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FC3FF4CB-F6E8-666F-D867-9AE59C565F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1959" y="3288525"/>
            <a:ext cx="952500" cy="1000125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DFE9A063-07BC-C0CB-9838-67DB241F45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54686" y="3222329"/>
            <a:ext cx="1101275" cy="1101275"/>
          </a:xfrm>
          <a:prstGeom prst="rect">
            <a:avLst/>
          </a:prstGeom>
        </p:spPr>
      </p:pic>
      <p:pic>
        <p:nvPicPr>
          <p:cNvPr id="24" name="Imagen 2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3A12AFD3-7ACD-D7D5-B241-C8AF9D44183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0044" b="-3166"/>
          <a:stretch/>
        </p:blipFill>
        <p:spPr>
          <a:xfrm>
            <a:off x="1654686" y="4486675"/>
            <a:ext cx="1218657" cy="1049253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6216D00C-A9EE-CF77-B0E4-BD474CD606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1959" y="4497180"/>
            <a:ext cx="1400173" cy="1000124"/>
          </a:xfrm>
          <a:prstGeom prst="rect">
            <a:avLst/>
          </a:prstGeom>
        </p:spPr>
      </p:pic>
      <p:sp>
        <p:nvSpPr>
          <p:cNvPr id="8" name="Diagrama de flujo: unión de suma 7">
            <a:extLst>
              <a:ext uri="{FF2B5EF4-FFF2-40B4-BE49-F238E27FC236}">
                <a16:creationId xmlns:a16="http://schemas.microsoft.com/office/drawing/2014/main" id="{F678C929-8857-EFD9-21F5-5E13B695A90E}"/>
              </a:ext>
            </a:extLst>
          </p:cNvPr>
          <p:cNvSpPr/>
          <p:nvPr/>
        </p:nvSpPr>
        <p:spPr>
          <a:xfrm>
            <a:off x="9565381" y="3094536"/>
            <a:ext cx="1372907" cy="1356860"/>
          </a:xfrm>
          <a:prstGeom prst="flowChartSummingJunct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71935D3F-9F04-ACEE-27DD-A9A33955B69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7" name="Marcador de pie de página 3">
            <a:extLst>
              <a:ext uri="{FF2B5EF4-FFF2-40B4-BE49-F238E27FC236}">
                <a16:creationId xmlns:a16="http://schemas.microsoft.com/office/drawing/2014/main" id="{911003C5-FF0B-4722-2530-A2AAB664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8405103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3EDD4-C517-6661-DBBE-A88890A35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3078267-748C-8EF5-B199-17ECA8FD4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209A66-E356-0D73-62D6-53328CAC4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E0AFA0-4B47-5120-5E63-0898B5374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 err="1">
                <a:solidFill>
                  <a:schemeClr val="bg1"/>
                </a:solidFill>
              </a:rPr>
              <a:t>Hold</a:t>
            </a:r>
            <a:r>
              <a:rPr lang="es-ES" dirty="0">
                <a:solidFill>
                  <a:schemeClr val="bg1"/>
                </a:solidFill>
              </a:rPr>
              <a:t> your </a:t>
            </a:r>
            <a:r>
              <a:rPr lang="es-ES" dirty="0" err="1">
                <a:solidFill>
                  <a:schemeClr val="bg1"/>
                </a:solidFill>
              </a:rPr>
              <a:t>horses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bucko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FC3EDFC4-A9C1-00C7-0024-2C8ABC162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0200DC-F886-3B05-0DE9-87CB4C9A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87CEDE4-EDF5-BE69-6A7A-30C192489E28}"/>
              </a:ext>
            </a:extLst>
          </p:cNvPr>
          <p:cNvSpPr txBox="1"/>
          <p:nvPr/>
        </p:nvSpPr>
        <p:spPr>
          <a:xfrm>
            <a:off x="1039609" y="2376593"/>
            <a:ext cx="1540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err="1"/>
              <a:t>AntiScan</a:t>
            </a:r>
            <a:endParaRPr lang="es-ES" b="1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0D59571-9593-A052-3B6B-FC0D13B75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9" y="2291765"/>
            <a:ext cx="569766" cy="56976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8B6A60C-2F82-9D69-1A29-AE139CEBC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934" y="3221998"/>
            <a:ext cx="5254034" cy="2262246"/>
          </a:xfrm>
          <a:prstGeom prst="rect">
            <a:avLst/>
          </a:prstGeom>
        </p:spPr>
      </p:pic>
      <p:pic>
        <p:nvPicPr>
          <p:cNvPr id="15" name="Imagen 14" descr="Forma&#10;&#10;Descripción generada automáticamente con confianza media">
            <a:extLst>
              <a:ext uri="{FF2B5EF4-FFF2-40B4-BE49-F238E27FC236}">
                <a16:creationId xmlns:a16="http://schemas.microsoft.com/office/drawing/2014/main" id="{ADEEF8E7-B966-3981-0B0A-CC60588E3F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6" name="Marcador de pie de página 3">
            <a:extLst>
              <a:ext uri="{FF2B5EF4-FFF2-40B4-BE49-F238E27FC236}">
                <a16:creationId xmlns:a16="http://schemas.microsoft.com/office/drawing/2014/main" id="{59750635-90FD-5A52-27DA-0B3300D5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4405802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Alternativas para pruebas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45637A2-EC1A-5824-CCCC-D9CDB7B1D1D4}"/>
              </a:ext>
            </a:extLst>
          </p:cNvPr>
          <p:cNvSpPr txBox="1"/>
          <p:nvPr/>
        </p:nvSpPr>
        <p:spPr>
          <a:xfrm>
            <a:off x="7207500" y="2376593"/>
            <a:ext cx="421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  Plataformas de escaneo múltiple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8018F70-8099-5DEF-F391-E16472095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449" y="4486675"/>
            <a:ext cx="1116818" cy="111681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4E0560CC-6B48-4251-2AED-213D365049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7972" b="2412"/>
          <a:stretch/>
        </p:blipFill>
        <p:spPr>
          <a:xfrm>
            <a:off x="7579313" y="3288525"/>
            <a:ext cx="1037136" cy="887989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">
            <a:extLst>
              <a:ext uri="{FF2B5EF4-FFF2-40B4-BE49-F238E27FC236}">
                <a16:creationId xmlns:a16="http://schemas.microsoft.com/office/drawing/2014/main" id="{5C931CBF-8060-C6A6-2B88-547675C030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267" y="3288525"/>
            <a:ext cx="1037136" cy="101775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06DA545-AAC9-AE54-5AAE-98A43962E610}"/>
              </a:ext>
            </a:extLst>
          </p:cNvPr>
          <p:cNvSpPr txBox="1"/>
          <p:nvPr/>
        </p:nvSpPr>
        <p:spPr>
          <a:xfrm>
            <a:off x="2019307" y="2381317"/>
            <a:ext cx="246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Instalaciones locales</a:t>
            </a: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3E039406-E89C-A857-E8CF-2E0077262D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1959" y="3288525"/>
            <a:ext cx="952500" cy="1000125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A5FE3490-719F-6A61-0847-7763EFC387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54686" y="3222329"/>
            <a:ext cx="1101275" cy="1101275"/>
          </a:xfrm>
          <a:prstGeom prst="rect">
            <a:avLst/>
          </a:prstGeom>
        </p:spPr>
      </p:pic>
      <p:pic>
        <p:nvPicPr>
          <p:cNvPr id="24" name="Imagen 2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55ADCB03-182F-FBAD-8FD0-41F6E08E27A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0044" b="-3166"/>
          <a:stretch/>
        </p:blipFill>
        <p:spPr>
          <a:xfrm>
            <a:off x="1654686" y="4486675"/>
            <a:ext cx="1218657" cy="1049253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6F83E49E-2D09-1B31-A034-23C1385719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1959" y="4497180"/>
            <a:ext cx="1400173" cy="1000124"/>
          </a:xfrm>
          <a:prstGeom prst="rect">
            <a:avLst/>
          </a:prstGeom>
        </p:spPr>
      </p:pic>
      <p:sp>
        <p:nvSpPr>
          <p:cNvPr id="8" name="Diagrama de flujo: unión de suma 7">
            <a:extLst>
              <a:ext uri="{FF2B5EF4-FFF2-40B4-BE49-F238E27FC236}">
                <a16:creationId xmlns:a16="http://schemas.microsoft.com/office/drawing/2014/main" id="{4DA2A284-1558-8AF3-1A11-FB593F38688F}"/>
              </a:ext>
            </a:extLst>
          </p:cNvPr>
          <p:cNvSpPr/>
          <p:nvPr/>
        </p:nvSpPr>
        <p:spPr>
          <a:xfrm>
            <a:off x="9565381" y="3094536"/>
            <a:ext cx="1372907" cy="1356860"/>
          </a:xfrm>
          <a:prstGeom prst="flowChartSummingJunct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Diagrama de flujo: unión de suma 8">
            <a:extLst>
              <a:ext uri="{FF2B5EF4-FFF2-40B4-BE49-F238E27FC236}">
                <a16:creationId xmlns:a16="http://schemas.microsoft.com/office/drawing/2014/main" id="{D122FE99-6D1D-D07B-CF13-2E8066B1B112}"/>
              </a:ext>
            </a:extLst>
          </p:cNvPr>
          <p:cNvSpPr/>
          <p:nvPr/>
        </p:nvSpPr>
        <p:spPr>
          <a:xfrm>
            <a:off x="8616449" y="4426704"/>
            <a:ext cx="1372907" cy="1356860"/>
          </a:xfrm>
          <a:prstGeom prst="flowChartSummingJunct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FB2094E1-7AB9-B0C7-A494-8B0AC56FD7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7" name="Marcador de pie de página 3">
            <a:extLst>
              <a:ext uri="{FF2B5EF4-FFF2-40B4-BE49-F238E27FC236}">
                <a16:creationId xmlns:a16="http://schemas.microsoft.com/office/drawing/2014/main" id="{4377B706-6F9F-35B7-1053-FB346779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1643795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57" name="Straight Connector 45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4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49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2D1197-C9E1-96BD-6C23-07884B342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667" y="2578629"/>
            <a:ext cx="4370833" cy="17007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i="1" kern="1200" spc="1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Diseño</a:t>
            </a:r>
            <a:r>
              <a:rPr lang="en-US" sz="5400" i="1" kern="1200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5400" i="1" kern="1200" spc="1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implementación</a:t>
            </a:r>
            <a:endParaRPr lang="en-US" sz="5400" i="1" kern="1200" spc="1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50254F-1FE9-F61F-56B3-B2BF2AF5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1" y="6007608"/>
            <a:ext cx="3595763" cy="36512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Infostealers are dead... Long live infostealers!  </a:t>
            </a:r>
            <a:r>
              <a:rPr lang="en-US" kern="1200" spc="50" baseline="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AsturCON</a:t>
            </a:r>
            <a:r>
              <a:rPr lang="en-US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2024</a:t>
            </a:r>
          </a:p>
        </p:txBody>
      </p:sp>
      <p:sp>
        <p:nvSpPr>
          <p:cNvPr id="61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25FB3A-1738-AC16-24AF-5D42A280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7377" y="6007608"/>
            <a:ext cx="411480" cy="365125"/>
          </a:xfrm>
        </p:spPr>
        <p:txBody>
          <a:bodyPr vert="horz" lIns="45720" tIns="45720" rIns="4572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 dirty="0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DEE2E35A-A4AC-9214-C946-9243F8B63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251464"/>
              </p:ext>
            </p:extLst>
          </p:nvPr>
        </p:nvGraphicFramePr>
        <p:xfrm>
          <a:off x="6280566" y="1482504"/>
          <a:ext cx="5138767" cy="3892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D8C69599-6AF8-7C8D-28D2-304FE7B641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7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4D6D1-57E2-2BFD-A174-988BFE7F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92B20F3-516E-C0AC-7DB1-A9D182994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9C213E-E79E-EC15-8995-8F6324D9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40BF92-C81B-F671-3C66-85BF60C55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Diagrama de subsistemas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9FD1F5DF-65F6-4239-1770-F8ED655A8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35A221E-E39A-AD25-7813-A09B6C7FF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4011" y="6007607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A6CF296D-261A-6B7F-3923-F94996752F41}"/>
              </a:ext>
            </a:extLst>
          </p:cNvPr>
          <p:cNvGrpSpPr/>
          <p:nvPr/>
        </p:nvGrpSpPr>
        <p:grpSpPr>
          <a:xfrm>
            <a:off x="2671558" y="2652352"/>
            <a:ext cx="7034378" cy="3374988"/>
            <a:chOff x="2671558" y="2652352"/>
            <a:chExt cx="7034378" cy="3374988"/>
          </a:xfrm>
        </p:grpSpPr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F69F6382-FAC2-2162-F99D-C1369A6DE9B5}"/>
                </a:ext>
              </a:extLst>
            </p:cNvPr>
            <p:cNvSpPr/>
            <p:nvPr/>
          </p:nvSpPr>
          <p:spPr>
            <a:xfrm>
              <a:off x="5277103" y="2652352"/>
              <a:ext cx="1625600" cy="1625600"/>
            </a:xfrm>
            <a:custGeom>
              <a:avLst/>
              <a:gdLst>
                <a:gd name="connsiteX0" fmla="*/ 0 w 1625600"/>
                <a:gd name="connsiteY0" fmla="*/ 270939 h 1625600"/>
                <a:gd name="connsiteX1" fmla="*/ 270939 w 1625600"/>
                <a:gd name="connsiteY1" fmla="*/ 0 h 1625600"/>
                <a:gd name="connsiteX2" fmla="*/ 1354661 w 1625600"/>
                <a:gd name="connsiteY2" fmla="*/ 0 h 1625600"/>
                <a:gd name="connsiteX3" fmla="*/ 1625600 w 1625600"/>
                <a:gd name="connsiteY3" fmla="*/ 270939 h 1625600"/>
                <a:gd name="connsiteX4" fmla="*/ 1625600 w 1625600"/>
                <a:gd name="connsiteY4" fmla="*/ 1354661 h 1625600"/>
                <a:gd name="connsiteX5" fmla="*/ 1354661 w 1625600"/>
                <a:gd name="connsiteY5" fmla="*/ 1625600 h 1625600"/>
                <a:gd name="connsiteX6" fmla="*/ 270939 w 1625600"/>
                <a:gd name="connsiteY6" fmla="*/ 1625600 h 1625600"/>
                <a:gd name="connsiteX7" fmla="*/ 0 w 1625600"/>
                <a:gd name="connsiteY7" fmla="*/ 1354661 h 1625600"/>
                <a:gd name="connsiteX8" fmla="*/ 0 w 1625600"/>
                <a:gd name="connsiteY8" fmla="*/ 270939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5600" h="1625600">
                  <a:moveTo>
                    <a:pt x="0" y="270939"/>
                  </a:moveTo>
                  <a:cubicBezTo>
                    <a:pt x="0" y="121304"/>
                    <a:pt x="121304" y="0"/>
                    <a:pt x="270939" y="0"/>
                  </a:cubicBezTo>
                  <a:lnTo>
                    <a:pt x="1354661" y="0"/>
                  </a:lnTo>
                  <a:cubicBezTo>
                    <a:pt x="1504296" y="0"/>
                    <a:pt x="1625600" y="121304"/>
                    <a:pt x="1625600" y="270939"/>
                  </a:cubicBezTo>
                  <a:lnTo>
                    <a:pt x="1625600" y="1354661"/>
                  </a:lnTo>
                  <a:cubicBezTo>
                    <a:pt x="1625600" y="1504296"/>
                    <a:pt x="1504296" y="1625600"/>
                    <a:pt x="1354661" y="1625600"/>
                  </a:cubicBezTo>
                  <a:lnTo>
                    <a:pt x="270939" y="1625600"/>
                  </a:lnTo>
                  <a:cubicBezTo>
                    <a:pt x="121304" y="1625600"/>
                    <a:pt x="0" y="1504296"/>
                    <a:pt x="0" y="1354661"/>
                  </a:cubicBezTo>
                  <a:lnTo>
                    <a:pt x="0" y="270939"/>
                  </a:lnTo>
                  <a:close/>
                </a:path>
              </a:pathLst>
            </a:custGeom>
            <a:solidFill>
              <a:srgbClr val="262626"/>
            </a:solidFill>
            <a:ln>
              <a:miter lim="800000"/>
            </a:ln>
            <a:effectLst>
              <a:softEdge rad="0"/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3015" tIns="153015" rIns="153015" bIns="153015" numCol="1" spcCol="1270" anchor="ctr" anchorCtr="0">
              <a:noAutofit/>
            </a:bodyPr>
            <a:lstStyle/>
            <a:p>
              <a:pPr marL="0" lvl="0" indent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900" kern="1200" dirty="0"/>
                <a:t>Gestión</a:t>
              </a:r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E115982B-D9FA-2609-B29E-0A444A6D9DEF}"/>
                </a:ext>
              </a:extLst>
            </p:cNvPr>
            <p:cNvSpPr/>
            <p:nvPr/>
          </p:nvSpPr>
          <p:spPr>
            <a:xfrm rot="5400004">
              <a:off x="5759784" y="4608070"/>
              <a:ext cx="660235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660235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8509812B-A244-5F7B-C23C-4142F96EF58E}"/>
                </a:ext>
              </a:extLst>
            </p:cNvPr>
            <p:cNvSpPr/>
            <p:nvPr/>
          </p:nvSpPr>
          <p:spPr>
            <a:xfrm>
              <a:off x="5545325" y="4938188"/>
              <a:ext cx="1089152" cy="1089152"/>
            </a:xfrm>
            <a:custGeom>
              <a:avLst/>
              <a:gdLst>
                <a:gd name="connsiteX0" fmla="*/ 0 w 1089152"/>
                <a:gd name="connsiteY0" fmla="*/ 181529 h 1089152"/>
                <a:gd name="connsiteX1" fmla="*/ 181529 w 1089152"/>
                <a:gd name="connsiteY1" fmla="*/ 0 h 1089152"/>
                <a:gd name="connsiteX2" fmla="*/ 907623 w 1089152"/>
                <a:gd name="connsiteY2" fmla="*/ 0 h 1089152"/>
                <a:gd name="connsiteX3" fmla="*/ 1089152 w 1089152"/>
                <a:gd name="connsiteY3" fmla="*/ 181529 h 1089152"/>
                <a:gd name="connsiteX4" fmla="*/ 1089152 w 1089152"/>
                <a:gd name="connsiteY4" fmla="*/ 907623 h 1089152"/>
                <a:gd name="connsiteX5" fmla="*/ 907623 w 1089152"/>
                <a:gd name="connsiteY5" fmla="*/ 1089152 h 1089152"/>
                <a:gd name="connsiteX6" fmla="*/ 181529 w 1089152"/>
                <a:gd name="connsiteY6" fmla="*/ 1089152 h 1089152"/>
                <a:gd name="connsiteX7" fmla="*/ 0 w 1089152"/>
                <a:gd name="connsiteY7" fmla="*/ 907623 h 1089152"/>
                <a:gd name="connsiteX8" fmla="*/ 0 w 1089152"/>
                <a:gd name="connsiteY8" fmla="*/ 181529 h 108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9152" h="1089152">
                  <a:moveTo>
                    <a:pt x="0" y="181529"/>
                  </a:moveTo>
                  <a:cubicBezTo>
                    <a:pt x="0" y="81273"/>
                    <a:pt x="81273" y="0"/>
                    <a:pt x="181529" y="0"/>
                  </a:cubicBezTo>
                  <a:lnTo>
                    <a:pt x="907623" y="0"/>
                  </a:lnTo>
                  <a:cubicBezTo>
                    <a:pt x="1007879" y="0"/>
                    <a:pt x="1089152" y="81273"/>
                    <a:pt x="1089152" y="181529"/>
                  </a:cubicBezTo>
                  <a:lnTo>
                    <a:pt x="1089152" y="907623"/>
                  </a:lnTo>
                  <a:cubicBezTo>
                    <a:pt x="1089152" y="1007879"/>
                    <a:pt x="1007879" y="1089152"/>
                    <a:pt x="907623" y="1089152"/>
                  </a:cubicBezTo>
                  <a:lnTo>
                    <a:pt x="181529" y="1089152"/>
                  </a:lnTo>
                  <a:cubicBezTo>
                    <a:pt x="81273" y="1089152"/>
                    <a:pt x="0" y="1007879"/>
                    <a:pt x="0" y="907623"/>
                  </a:cubicBezTo>
                  <a:lnTo>
                    <a:pt x="0" y="181529"/>
                  </a:lnTo>
                  <a:close/>
                </a:path>
              </a:pathLst>
            </a:custGeom>
            <a:solidFill>
              <a:srgbClr val="262626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268" tIns="91268" rIns="91268" bIns="91268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500" kern="1200" dirty="0"/>
                <a:t>Utilidades</a:t>
              </a:r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A47A56D0-056B-E3F9-C3E3-EFD1A4E5DD56}"/>
                </a:ext>
              </a:extLst>
            </p:cNvPr>
            <p:cNvSpPr/>
            <p:nvPr/>
          </p:nvSpPr>
          <p:spPr>
            <a:xfrm rot="21599996">
              <a:off x="6902703" y="3465150"/>
              <a:ext cx="171408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1714080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F3C9D812-2CA8-982F-F150-91595EE75D37}"/>
                </a:ext>
              </a:extLst>
            </p:cNvPr>
            <p:cNvSpPr/>
            <p:nvPr/>
          </p:nvSpPr>
          <p:spPr>
            <a:xfrm>
              <a:off x="8616784" y="2920573"/>
              <a:ext cx="1089152" cy="1089152"/>
            </a:xfrm>
            <a:custGeom>
              <a:avLst/>
              <a:gdLst>
                <a:gd name="connsiteX0" fmla="*/ 0 w 1089152"/>
                <a:gd name="connsiteY0" fmla="*/ 181529 h 1089152"/>
                <a:gd name="connsiteX1" fmla="*/ 181529 w 1089152"/>
                <a:gd name="connsiteY1" fmla="*/ 0 h 1089152"/>
                <a:gd name="connsiteX2" fmla="*/ 907623 w 1089152"/>
                <a:gd name="connsiteY2" fmla="*/ 0 h 1089152"/>
                <a:gd name="connsiteX3" fmla="*/ 1089152 w 1089152"/>
                <a:gd name="connsiteY3" fmla="*/ 181529 h 1089152"/>
                <a:gd name="connsiteX4" fmla="*/ 1089152 w 1089152"/>
                <a:gd name="connsiteY4" fmla="*/ 907623 h 1089152"/>
                <a:gd name="connsiteX5" fmla="*/ 907623 w 1089152"/>
                <a:gd name="connsiteY5" fmla="*/ 1089152 h 1089152"/>
                <a:gd name="connsiteX6" fmla="*/ 181529 w 1089152"/>
                <a:gd name="connsiteY6" fmla="*/ 1089152 h 1089152"/>
                <a:gd name="connsiteX7" fmla="*/ 0 w 1089152"/>
                <a:gd name="connsiteY7" fmla="*/ 907623 h 1089152"/>
                <a:gd name="connsiteX8" fmla="*/ 0 w 1089152"/>
                <a:gd name="connsiteY8" fmla="*/ 181529 h 108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9152" h="1089152">
                  <a:moveTo>
                    <a:pt x="0" y="181529"/>
                  </a:moveTo>
                  <a:cubicBezTo>
                    <a:pt x="0" y="81273"/>
                    <a:pt x="81273" y="0"/>
                    <a:pt x="181529" y="0"/>
                  </a:cubicBezTo>
                  <a:lnTo>
                    <a:pt x="907623" y="0"/>
                  </a:lnTo>
                  <a:cubicBezTo>
                    <a:pt x="1007879" y="0"/>
                    <a:pt x="1089152" y="81273"/>
                    <a:pt x="1089152" y="181529"/>
                  </a:cubicBezTo>
                  <a:lnTo>
                    <a:pt x="1089152" y="907623"/>
                  </a:lnTo>
                  <a:cubicBezTo>
                    <a:pt x="1089152" y="1007879"/>
                    <a:pt x="1007879" y="1089152"/>
                    <a:pt x="907623" y="1089152"/>
                  </a:cubicBezTo>
                  <a:lnTo>
                    <a:pt x="181529" y="1089152"/>
                  </a:lnTo>
                  <a:cubicBezTo>
                    <a:pt x="81273" y="1089152"/>
                    <a:pt x="0" y="1007879"/>
                    <a:pt x="0" y="907623"/>
                  </a:cubicBezTo>
                  <a:lnTo>
                    <a:pt x="0" y="181529"/>
                  </a:lnTo>
                  <a:close/>
                </a:path>
              </a:pathLst>
            </a:custGeom>
            <a:solidFill>
              <a:srgbClr val="262626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728" tIns="88728" rIns="88728" bIns="88728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400" kern="1200" dirty="0"/>
                <a:t>Exfiltración</a:t>
              </a:r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70E9251B-A6B2-41F8-9108-467FDB53A045}"/>
                </a:ext>
              </a:extLst>
            </p:cNvPr>
            <p:cNvSpPr/>
            <p:nvPr/>
          </p:nvSpPr>
          <p:spPr>
            <a:xfrm rot="10799989">
              <a:off x="3760710" y="3465157"/>
              <a:ext cx="1516393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1516393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4E86F0D0-95BA-E967-A1B2-7C36B6CE97CC}"/>
                </a:ext>
              </a:extLst>
            </p:cNvPr>
            <p:cNvSpPr/>
            <p:nvPr/>
          </p:nvSpPr>
          <p:spPr>
            <a:xfrm>
              <a:off x="2671558" y="2920585"/>
              <a:ext cx="1089152" cy="1089152"/>
            </a:xfrm>
            <a:custGeom>
              <a:avLst/>
              <a:gdLst>
                <a:gd name="connsiteX0" fmla="*/ 0 w 1089152"/>
                <a:gd name="connsiteY0" fmla="*/ 181529 h 1089152"/>
                <a:gd name="connsiteX1" fmla="*/ 181529 w 1089152"/>
                <a:gd name="connsiteY1" fmla="*/ 0 h 1089152"/>
                <a:gd name="connsiteX2" fmla="*/ 907623 w 1089152"/>
                <a:gd name="connsiteY2" fmla="*/ 0 h 1089152"/>
                <a:gd name="connsiteX3" fmla="*/ 1089152 w 1089152"/>
                <a:gd name="connsiteY3" fmla="*/ 181529 h 1089152"/>
                <a:gd name="connsiteX4" fmla="*/ 1089152 w 1089152"/>
                <a:gd name="connsiteY4" fmla="*/ 907623 h 1089152"/>
                <a:gd name="connsiteX5" fmla="*/ 907623 w 1089152"/>
                <a:gd name="connsiteY5" fmla="*/ 1089152 h 1089152"/>
                <a:gd name="connsiteX6" fmla="*/ 181529 w 1089152"/>
                <a:gd name="connsiteY6" fmla="*/ 1089152 h 1089152"/>
                <a:gd name="connsiteX7" fmla="*/ 0 w 1089152"/>
                <a:gd name="connsiteY7" fmla="*/ 907623 h 1089152"/>
                <a:gd name="connsiteX8" fmla="*/ 0 w 1089152"/>
                <a:gd name="connsiteY8" fmla="*/ 181529 h 108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9152" h="1089152">
                  <a:moveTo>
                    <a:pt x="0" y="181529"/>
                  </a:moveTo>
                  <a:cubicBezTo>
                    <a:pt x="0" y="81273"/>
                    <a:pt x="81273" y="0"/>
                    <a:pt x="181529" y="0"/>
                  </a:cubicBezTo>
                  <a:lnTo>
                    <a:pt x="907623" y="0"/>
                  </a:lnTo>
                  <a:cubicBezTo>
                    <a:pt x="1007879" y="0"/>
                    <a:pt x="1089152" y="81273"/>
                    <a:pt x="1089152" y="181529"/>
                  </a:cubicBezTo>
                  <a:lnTo>
                    <a:pt x="1089152" y="907623"/>
                  </a:lnTo>
                  <a:cubicBezTo>
                    <a:pt x="1089152" y="1007879"/>
                    <a:pt x="1007879" y="1089152"/>
                    <a:pt x="907623" y="1089152"/>
                  </a:cubicBezTo>
                  <a:lnTo>
                    <a:pt x="181529" y="1089152"/>
                  </a:lnTo>
                  <a:cubicBezTo>
                    <a:pt x="81273" y="1089152"/>
                    <a:pt x="0" y="1007879"/>
                    <a:pt x="0" y="907623"/>
                  </a:cubicBezTo>
                  <a:lnTo>
                    <a:pt x="0" y="181529"/>
                  </a:lnTo>
                  <a:close/>
                </a:path>
              </a:pathLst>
            </a:custGeom>
            <a:solidFill>
              <a:srgbClr val="262626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428" tIns="101428" rIns="101428" bIns="101428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900" kern="1200" dirty="0"/>
                <a:t>Captura</a:t>
              </a:r>
            </a:p>
          </p:txBody>
        </p:sp>
      </p:grpSp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67A2F001-BFC7-031A-35DA-E55C4EC48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7" name="Marcador de pie de página 3">
            <a:extLst>
              <a:ext uri="{FF2B5EF4-FFF2-40B4-BE49-F238E27FC236}">
                <a16:creationId xmlns:a16="http://schemas.microsoft.com/office/drawing/2014/main" id="{A13F017B-B926-D234-91F4-BC4F75BCC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411722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9342E-31AC-8305-1ED8-F79B5BF2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CB093DD-C854-0DDD-7F0E-D6E9AC71B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085D72-D8C3-91B4-8BB2-751A40B84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BCDAF5-3988-90DB-CADF-209659D0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Diagrama de clases - Captura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D8AAF98D-A291-EF1A-E02D-262241346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E8134E-8740-3EA6-1AA5-716CE19C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D73525CE-BD52-22F8-037B-BD28C1ACAC03}"/>
              </a:ext>
            </a:extLst>
          </p:cNvPr>
          <p:cNvGrpSpPr/>
          <p:nvPr/>
        </p:nvGrpSpPr>
        <p:grpSpPr>
          <a:xfrm>
            <a:off x="1499116" y="2600627"/>
            <a:ext cx="9187669" cy="3182937"/>
            <a:chOff x="1875460" y="2600627"/>
            <a:chExt cx="9187669" cy="3182937"/>
          </a:xfrm>
        </p:grpSpPr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4101C6B1-B7EE-5F71-C3F8-3DB38F7803E3}"/>
                </a:ext>
              </a:extLst>
            </p:cNvPr>
            <p:cNvGrpSpPr/>
            <p:nvPr/>
          </p:nvGrpSpPr>
          <p:grpSpPr>
            <a:xfrm>
              <a:off x="1875460" y="2600627"/>
              <a:ext cx="6877693" cy="3182937"/>
              <a:chOff x="2657153" y="2390320"/>
              <a:chExt cx="6877693" cy="3182937"/>
            </a:xfrm>
          </p:grpSpPr>
          <p:sp>
            <p:nvSpPr>
              <p:cNvPr id="20" name="Forma libre: forma 19">
                <a:extLst>
                  <a:ext uri="{FF2B5EF4-FFF2-40B4-BE49-F238E27FC236}">
                    <a16:creationId xmlns:a16="http://schemas.microsoft.com/office/drawing/2014/main" id="{8D781EB0-B29E-554F-CE7E-5F1D299D4B0B}"/>
                  </a:ext>
                </a:extLst>
              </p:cNvPr>
              <p:cNvSpPr/>
              <p:nvPr/>
            </p:nvSpPr>
            <p:spPr>
              <a:xfrm rot="3825813">
                <a:off x="4153881" y="3793694"/>
                <a:ext cx="1080000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1385233" y="0"/>
                    </a:lnTo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dash"/>
                <a:miter lim="800000"/>
                <a:headEnd type="triangle" w="lg" len="lg"/>
              </a:ln>
            </p:spPr>
            <p:style>
              <a:lnRef idx="2">
                <a:schemeClr val="accent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s-ES" dirty="0"/>
              </a:p>
            </p:txBody>
          </p:sp>
          <p:grpSp>
            <p:nvGrpSpPr>
              <p:cNvPr id="3" name="Grupo 2">
                <a:extLst>
                  <a:ext uri="{FF2B5EF4-FFF2-40B4-BE49-F238E27FC236}">
                    <a16:creationId xmlns:a16="http://schemas.microsoft.com/office/drawing/2014/main" id="{D3F7CD46-C5CC-9567-21D0-817BAAEEE59E}"/>
                  </a:ext>
                </a:extLst>
              </p:cNvPr>
              <p:cNvGrpSpPr/>
              <p:nvPr/>
            </p:nvGrpSpPr>
            <p:grpSpPr>
              <a:xfrm>
                <a:off x="2657153" y="2390320"/>
                <a:ext cx="6877693" cy="3182937"/>
                <a:chOff x="3007119" y="2427707"/>
                <a:chExt cx="6877693" cy="3182937"/>
              </a:xfrm>
            </p:grpSpPr>
            <p:sp>
              <p:nvSpPr>
                <p:cNvPr id="6" name="Forma libre: forma 5">
                  <a:extLst>
                    <a:ext uri="{FF2B5EF4-FFF2-40B4-BE49-F238E27FC236}">
                      <a16:creationId xmlns:a16="http://schemas.microsoft.com/office/drawing/2014/main" id="{39B2F3EA-6D7C-14E2-73E1-7EFDB0FE567E}"/>
                    </a:ext>
                  </a:extLst>
                </p:cNvPr>
                <p:cNvSpPr/>
                <p:nvPr/>
              </p:nvSpPr>
              <p:spPr>
                <a:xfrm rot="10821352">
                  <a:off x="5421131" y="2816076"/>
                  <a:ext cx="2662561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2662561" y="0"/>
                      </a:ln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headEnd type="none"/>
                  <a:tailEnd type="arrow" w="lg" len="lg"/>
                </a:ln>
              </p:spPr>
              <p:style>
                <a:lnRef idx="2">
                  <a:schemeClr val="accent1">
                    <a:shade val="6000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7" name="Forma libre: forma 6">
                  <a:extLst>
                    <a:ext uri="{FF2B5EF4-FFF2-40B4-BE49-F238E27FC236}">
                      <a16:creationId xmlns:a16="http://schemas.microsoft.com/office/drawing/2014/main" id="{13A4E153-3535-E81B-AC56-3AE438C36AF0}"/>
                    </a:ext>
                  </a:extLst>
                </p:cNvPr>
                <p:cNvSpPr/>
                <p:nvPr/>
              </p:nvSpPr>
              <p:spPr>
                <a:xfrm rot="5358696">
                  <a:off x="8323181" y="3626881"/>
                  <a:ext cx="536697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536697" y="0"/>
                      </a:ln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prstDash val="sysDash"/>
                  <a:headEnd type="triangle" w="lg" len="lg"/>
                </a:ln>
              </p:spPr>
              <p:style>
                <a:lnRef idx="2">
                  <a:schemeClr val="accent1">
                    <a:shade val="6000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" name="Forma libre: forma 7">
                  <a:extLst>
                    <a:ext uri="{FF2B5EF4-FFF2-40B4-BE49-F238E27FC236}">
                      <a16:creationId xmlns:a16="http://schemas.microsoft.com/office/drawing/2014/main" id="{AF3251CE-8651-0F1B-A82F-9B8A827B84DE}"/>
                    </a:ext>
                  </a:extLst>
                </p:cNvPr>
                <p:cNvSpPr/>
                <p:nvPr/>
              </p:nvSpPr>
              <p:spPr>
                <a:xfrm>
                  <a:off x="7688305" y="2427707"/>
                  <a:ext cx="1800000" cy="900000"/>
                </a:xfrm>
                <a:custGeom>
                  <a:avLst/>
                  <a:gdLst>
                    <a:gd name="connsiteX0" fmla="*/ 0 w 1280729"/>
                    <a:gd name="connsiteY0" fmla="*/ 120012 h 720059"/>
                    <a:gd name="connsiteX1" fmla="*/ 120012 w 1280729"/>
                    <a:gd name="connsiteY1" fmla="*/ 0 h 720059"/>
                    <a:gd name="connsiteX2" fmla="*/ 1160717 w 1280729"/>
                    <a:gd name="connsiteY2" fmla="*/ 0 h 720059"/>
                    <a:gd name="connsiteX3" fmla="*/ 1280729 w 1280729"/>
                    <a:gd name="connsiteY3" fmla="*/ 120012 h 720059"/>
                    <a:gd name="connsiteX4" fmla="*/ 1280729 w 1280729"/>
                    <a:gd name="connsiteY4" fmla="*/ 600047 h 720059"/>
                    <a:gd name="connsiteX5" fmla="*/ 1160717 w 1280729"/>
                    <a:gd name="connsiteY5" fmla="*/ 720059 h 720059"/>
                    <a:gd name="connsiteX6" fmla="*/ 120012 w 1280729"/>
                    <a:gd name="connsiteY6" fmla="*/ 720059 h 720059"/>
                    <a:gd name="connsiteX7" fmla="*/ 0 w 1280729"/>
                    <a:gd name="connsiteY7" fmla="*/ 600047 h 720059"/>
                    <a:gd name="connsiteX8" fmla="*/ 0 w 1280729"/>
                    <a:gd name="connsiteY8" fmla="*/ 120012 h 720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80729" h="720059">
                      <a:moveTo>
                        <a:pt x="0" y="120012"/>
                      </a:moveTo>
                      <a:cubicBezTo>
                        <a:pt x="0" y="53731"/>
                        <a:pt x="53731" y="0"/>
                        <a:pt x="120012" y="0"/>
                      </a:cubicBezTo>
                      <a:lnTo>
                        <a:pt x="1160717" y="0"/>
                      </a:lnTo>
                      <a:cubicBezTo>
                        <a:pt x="1226998" y="0"/>
                        <a:pt x="1280729" y="53731"/>
                        <a:pt x="1280729" y="120012"/>
                      </a:cubicBezTo>
                      <a:lnTo>
                        <a:pt x="1280729" y="600047"/>
                      </a:lnTo>
                      <a:cubicBezTo>
                        <a:pt x="1280729" y="666328"/>
                        <a:pt x="1226998" y="720059"/>
                        <a:pt x="1160717" y="720059"/>
                      </a:cubicBezTo>
                      <a:lnTo>
                        <a:pt x="120012" y="720059"/>
                      </a:lnTo>
                      <a:cubicBezTo>
                        <a:pt x="53731" y="720059"/>
                        <a:pt x="0" y="666328"/>
                        <a:pt x="0" y="600047"/>
                      </a:cubicBezTo>
                      <a:lnTo>
                        <a:pt x="0" y="120012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5400"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88490" tIns="88490" rIns="88490" bIns="88490" numCol="1" spcCol="1270" anchor="ctr" anchorCtr="0">
                  <a:noAutofit/>
                </a:bodyPr>
                <a:lstStyle/>
                <a:p>
                  <a:pPr marL="0" lvl="0" indent="0" algn="ctr" defTabSz="9334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s-ES" sz="1400" kern="1200" dirty="0"/>
                    <a:t>IBrowser</a:t>
                  </a:r>
                  <a:endParaRPr lang="es-ES" sz="2100" kern="1200" dirty="0"/>
                </a:p>
              </p:txBody>
            </p:sp>
            <p:sp>
              <p:nvSpPr>
                <p:cNvPr id="9" name="Forma libre: forma 8">
                  <a:extLst>
                    <a:ext uri="{FF2B5EF4-FFF2-40B4-BE49-F238E27FC236}">
                      <a16:creationId xmlns:a16="http://schemas.microsoft.com/office/drawing/2014/main" id="{624EAA8C-4D2C-315A-8A6D-FBE85C8C206D}"/>
                    </a:ext>
                  </a:extLst>
                </p:cNvPr>
                <p:cNvSpPr/>
                <p:nvPr/>
              </p:nvSpPr>
              <p:spPr>
                <a:xfrm>
                  <a:off x="7868305" y="3691259"/>
                  <a:ext cx="1440000" cy="720000"/>
                </a:xfrm>
                <a:custGeom>
                  <a:avLst/>
                  <a:gdLst>
                    <a:gd name="connsiteX0" fmla="*/ 0 w 1062103"/>
                    <a:gd name="connsiteY0" fmla="*/ 103180 h 619070"/>
                    <a:gd name="connsiteX1" fmla="*/ 103180 w 1062103"/>
                    <a:gd name="connsiteY1" fmla="*/ 0 h 619070"/>
                    <a:gd name="connsiteX2" fmla="*/ 958923 w 1062103"/>
                    <a:gd name="connsiteY2" fmla="*/ 0 h 619070"/>
                    <a:gd name="connsiteX3" fmla="*/ 1062103 w 1062103"/>
                    <a:gd name="connsiteY3" fmla="*/ 103180 h 619070"/>
                    <a:gd name="connsiteX4" fmla="*/ 1062103 w 1062103"/>
                    <a:gd name="connsiteY4" fmla="*/ 515890 h 619070"/>
                    <a:gd name="connsiteX5" fmla="*/ 958923 w 1062103"/>
                    <a:gd name="connsiteY5" fmla="*/ 619070 h 619070"/>
                    <a:gd name="connsiteX6" fmla="*/ 103180 w 1062103"/>
                    <a:gd name="connsiteY6" fmla="*/ 619070 h 619070"/>
                    <a:gd name="connsiteX7" fmla="*/ 0 w 1062103"/>
                    <a:gd name="connsiteY7" fmla="*/ 515890 h 619070"/>
                    <a:gd name="connsiteX8" fmla="*/ 0 w 1062103"/>
                    <a:gd name="connsiteY8" fmla="*/ 103180 h 619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62103" h="619070">
                      <a:moveTo>
                        <a:pt x="0" y="103180"/>
                      </a:moveTo>
                      <a:cubicBezTo>
                        <a:pt x="0" y="46195"/>
                        <a:pt x="46195" y="0"/>
                        <a:pt x="103180" y="0"/>
                      </a:cubicBezTo>
                      <a:lnTo>
                        <a:pt x="958923" y="0"/>
                      </a:lnTo>
                      <a:cubicBezTo>
                        <a:pt x="1015908" y="0"/>
                        <a:pt x="1062103" y="46195"/>
                        <a:pt x="1062103" y="103180"/>
                      </a:cubicBezTo>
                      <a:lnTo>
                        <a:pt x="1062103" y="515890"/>
                      </a:lnTo>
                      <a:cubicBezTo>
                        <a:pt x="1062103" y="572875"/>
                        <a:pt x="1015908" y="619070"/>
                        <a:pt x="958923" y="619070"/>
                      </a:cubicBezTo>
                      <a:lnTo>
                        <a:pt x="103180" y="619070"/>
                      </a:lnTo>
                      <a:cubicBezTo>
                        <a:pt x="46195" y="619070"/>
                        <a:pt x="0" y="572875"/>
                        <a:pt x="0" y="515890"/>
                      </a:cubicBezTo>
                      <a:lnTo>
                        <a:pt x="0" y="103180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5400"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3081" tIns="53081" rIns="53081" bIns="53081" numCol="1" spcCol="1270" anchor="ctr" anchorCtr="0">
                  <a:noAutofit/>
                </a:bodyPr>
                <a:lstStyle/>
                <a:p>
                  <a:pPr marL="0" lvl="0" indent="0" algn="ctr" defTabSz="4000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s-ES" sz="1000" kern="1200" dirty="0"/>
                    <a:t>AbstractBrowser</a:t>
                  </a:r>
                </a:p>
              </p:txBody>
            </p:sp>
            <p:sp>
              <p:nvSpPr>
                <p:cNvPr id="10" name="Forma libre: forma 9">
                  <a:extLst>
                    <a:ext uri="{FF2B5EF4-FFF2-40B4-BE49-F238E27FC236}">
                      <a16:creationId xmlns:a16="http://schemas.microsoft.com/office/drawing/2014/main" id="{4835820B-280A-7A6E-E99D-D54210EE5442}"/>
                    </a:ext>
                  </a:extLst>
                </p:cNvPr>
                <p:cNvSpPr/>
                <p:nvPr/>
              </p:nvSpPr>
              <p:spPr>
                <a:xfrm rot="4079616">
                  <a:off x="8621601" y="4687909"/>
                  <a:ext cx="59678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596780" y="0"/>
                      </a:ln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headEnd type="triangle" w="lg" len="lg"/>
                </a:ln>
              </p:spPr>
              <p:style>
                <a:lnRef idx="2">
                  <a:schemeClr val="accent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1" name="Forma libre: forma 10">
                  <a:extLst>
                    <a:ext uri="{FF2B5EF4-FFF2-40B4-BE49-F238E27FC236}">
                      <a16:creationId xmlns:a16="http://schemas.microsoft.com/office/drawing/2014/main" id="{4790474C-94C8-9EA0-2665-04E5C47BE7DF}"/>
                    </a:ext>
                  </a:extLst>
                </p:cNvPr>
                <p:cNvSpPr/>
                <p:nvPr/>
              </p:nvSpPr>
              <p:spPr>
                <a:xfrm>
                  <a:off x="8624812" y="4890644"/>
                  <a:ext cx="1260000" cy="720000"/>
                </a:xfrm>
                <a:custGeom>
                  <a:avLst/>
                  <a:gdLst>
                    <a:gd name="connsiteX0" fmla="*/ 0 w 1046246"/>
                    <a:gd name="connsiteY0" fmla="*/ 126751 h 760491"/>
                    <a:gd name="connsiteX1" fmla="*/ 126751 w 1046246"/>
                    <a:gd name="connsiteY1" fmla="*/ 0 h 760491"/>
                    <a:gd name="connsiteX2" fmla="*/ 919495 w 1046246"/>
                    <a:gd name="connsiteY2" fmla="*/ 0 h 760491"/>
                    <a:gd name="connsiteX3" fmla="*/ 1046246 w 1046246"/>
                    <a:gd name="connsiteY3" fmla="*/ 126751 h 760491"/>
                    <a:gd name="connsiteX4" fmla="*/ 1046246 w 1046246"/>
                    <a:gd name="connsiteY4" fmla="*/ 633740 h 760491"/>
                    <a:gd name="connsiteX5" fmla="*/ 919495 w 1046246"/>
                    <a:gd name="connsiteY5" fmla="*/ 760491 h 760491"/>
                    <a:gd name="connsiteX6" fmla="*/ 126751 w 1046246"/>
                    <a:gd name="connsiteY6" fmla="*/ 760491 h 760491"/>
                    <a:gd name="connsiteX7" fmla="*/ 0 w 1046246"/>
                    <a:gd name="connsiteY7" fmla="*/ 633740 h 760491"/>
                    <a:gd name="connsiteX8" fmla="*/ 0 w 1046246"/>
                    <a:gd name="connsiteY8" fmla="*/ 126751 h 760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46246" h="760491">
                      <a:moveTo>
                        <a:pt x="0" y="126751"/>
                      </a:moveTo>
                      <a:cubicBezTo>
                        <a:pt x="0" y="56748"/>
                        <a:pt x="56748" y="0"/>
                        <a:pt x="126751" y="0"/>
                      </a:cubicBezTo>
                      <a:lnTo>
                        <a:pt x="919495" y="0"/>
                      </a:lnTo>
                      <a:cubicBezTo>
                        <a:pt x="989498" y="0"/>
                        <a:pt x="1046246" y="56748"/>
                        <a:pt x="1046246" y="126751"/>
                      </a:cubicBezTo>
                      <a:lnTo>
                        <a:pt x="1046246" y="633740"/>
                      </a:lnTo>
                      <a:cubicBezTo>
                        <a:pt x="1046246" y="703743"/>
                        <a:pt x="989498" y="760491"/>
                        <a:pt x="919495" y="760491"/>
                      </a:cubicBezTo>
                      <a:lnTo>
                        <a:pt x="126751" y="760491"/>
                      </a:lnTo>
                      <a:cubicBezTo>
                        <a:pt x="56748" y="760491"/>
                        <a:pt x="0" y="703743"/>
                        <a:pt x="0" y="633740"/>
                      </a:cubicBezTo>
                      <a:lnTo>
                        <a:pt x="0" y="12675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5400"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4904" tIns="54904" rIns="54904" bIns="54904" numCol="1" spcCol="1270" anchor="ctr" anchorCtr="0">
                  <a:noAutofit/>
                </a:bodyPr>
                <a:lstStyle/>
                <a:p>
                  <a:pPr marL="0" lvl="0" indent="0" algn="ctr" defTabSz="3111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s-ES" sz="1000" kern="1200" dirty="0" err="1"/>
                    <a:t>ChromiumBrowser</a:t>
                  </a:r>
                  <a:endParaRPr lang="es-ES" sz="1000" kern="1200" dirty="0"/>
                </a:p>
              </p:txBody>
            </p:sp>
            <p:sp>
              <p:nvSpPr>
                <p:cNvPr id="12" name="Forma libre: forma 11">
                  <a:extLst>
                    <a:ext uri="{FF2B5EF4-FFF2-40B4-BE49-F238E27FC236}">
                      <a16:creationId xmlns:a16="http://schemas.microsoft.com/office/drawing/2014/main" id="{243FFA46-B6EF-05DC-5D50-60E592582B0B}"/>
                    </a:ext>
                  </a:extLst>
                </p:cNvPr>
                <p:cNvSpPr/>
                <p:nvPr/>
              </p:nvSpPr>
              <p:spPr>
                <a:xfrm rot="7624081">
                  <a:off x="7768465" y="4687918"/>
                  <a:ext cx="693407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693407" y="0"/>
                      </a:ln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headEnd type="triangle" w="lg" len="lg"/>
                </a:ln>
              </p:spPr>
              <p:style>
                <a:lnRef idx="2">
                  <a:schemeClr val="accent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3" name="Forma libre: forma 12">
                  <a:extLst>
                    <a:ext uri="{FF2B5EF4-FFF2-40B4-BE49-F238E27FC236}">
                      <a16:creationId xmlns:a16="http://schemas.microsoft.com/office/drawing/2014/main" id="{E084EE02-1EBB-B866-2DDE-279C79AA3A1B}"/>
                    </a:ext>
                  </a:extLst>
                </p:cNvPr>
                <p:cNvSpPr/>
                <p:nvPr/>
              </p:nvSpPr>
              <p:spPr>
                <a:xfrm>
                  <a:off x="7184670" y="4890628"/>
                  <a:ext cx="1260000" cy="720000"/>
                </a:xfrm>
                <a:custGeom>
                  <a:avLst/>
                  <a:gdLst>
                    <a:gd name="connsiteX0" fmla="*/ 0 w 1043668"/>
                    <a:gd name="connsiteY0" fmla="*/ 126751 h 760491"/>
                    <a:gd name="connsiteX1" fmla="*/ 126751 w 1043668"/>
                    <a:gd name="connsiteY1" fmla="*/ 0 h 760491"/>
                    <a:gd name="connsiteX2" fmla="*/ 916917 w 1043668"/>
                    <a:gd name="connsiteY2" fmla="*/ 0 h 760491"/>
                    <a:gd name="connsiteX3" fmla="*/ 1043668 w 1043668"/>
                    <a:gd name="connsiteY3" fmla="*/ 126751 h 760491"/>
                    <a:gd name="connsiteX4" fmla="*/ 1043668 w 1043668"/>
                    <a:gd name="connsiteY4" fmla="*/ 633740 h 760491"/>
                    <a:gd name="connsiteX5" fmla="*/ 916917 w 1043668"/>
                    <a:gd name="connsiteY5" fmla="*/ 760491 h 760491"/>
                    <a:gd name="connsiteX6" fmla="*/ 126751 w 1043668"/>
                    <a:gd name="connsiteY6" fmla="*/ 760491 h 760491"/>
                    <a:gd name="connsiteX7" fmla="*/ 0 w 1043668"/>
                    <a:gd name="connsiteY7" fmla="*/ 633740 h 760491"/>
                    <a:gd name="connsiteX8" fmla="*/ 0 w 1043668"/>
                    <a:gd name="connsiteY8" fmla="*/ 126751 h 760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43668" h="760491">
                      <a:moveTo>
                        <a:pt x="0" y="126751"/>
                      </a:moveTo>
                      <a:cubicBezTo>
                        <a:pt x="0" y="56748"/>
                        <a:pt x="56748" y="0"/>
                        <a:pt x="126751" y="0"/>
                      </a:cubicBezTo>
                      <a:lnTo>
                        <a:pt x="916917" y="0"/>
                      </a:lnTo>
                      <a:cubicBezTo>
                        <a:pt x="986920" y="0"/>
                        <a:pt x="1043668" y="56748"/>
                        <a:pt x="1043668" y="126751"/>
                      </a:cubicBezTo>
                      <a:lnTo>
                        <a:pt x="1043668" y="633740"/>
                      </a:lnTo>
                      <a:cubicBezTo>
                        <a:pt x="1043668" y="703743"/>
                        <a:pt x="986920" y="760491"/>
                        <a:pt x="916917" y="760491"/>
                      </a:cubicBezTo>
                      <a:lnTo>
                        <a:pt x="126751" y="760491"/>
                      </a:lnTo>
                      <a:cubicBezTo>
                        <a:pt x="56748" y="760491"/>
                        <a:pt x="0" y="703743"/>
                        <a:pt x="0" y="633740"/>
                      </a:cubicBezTo>
                      <a:lnTo>
                        <a:pt x="0" y="12675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5400"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4904" tIns="54904" rIns="54904" bIns="54904" numCol="1" spcCol="1270" anchor="ctr" anchorCtr="0">
                  <a:noAutofit/>
                </a:bodyPr>
                <a:lstStyle/>
                <a:p>
                  <a:pPr marL="0" lvl="0" indent="0" algn="ctr" defTabSz="3111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s-ES" sz="1000" kern="1200" dirty="0" err="1"/>
                    <a:t>FirefoxBrowser</a:t>
                  </a:r>
                  <a:endParaRPr lang="es-ES" sz="700" kern="1200" dirty="0"/>
                </a:p>
              </p:txBody>
            </p:sp>
            <p:sp>
              <p:nvSpPr>
                <p:cNvPr id="14" name="Forma libre: forma 13">
                  <a:extLst>
                    <a:ext uri="{FF2B5EF4-FFF2-40B4-BE49-F238E27FC236}">
                      <a16:creationId xmlns:a16="http://schemas.microsoft.com/office/drawing/2014/main" id="{A1515F2C-4371-A6F0-008D-1CA143BFA44F}"/>
                    </a:ext>
                  </a:extLst>
                </p:cNvPr>
                <p:cNvSpPr/>
                <p:nvPr/>
              </p:nvSpPr>
              <p:spPr>
                <a:xfrm>
                  <a:off x="3621156" y="2434651"/>
                  <a:ext cx="1800000" cy="900000"/>
                </a:xfrm>
                <a:custGeom>
                  <a:avLst/>
                  <a:gdLst>
                    <a:gd name="connsiteX0" fmla="*/ 0 w 1368733"/>
                    <a:gd name="connsiteY0" fmla="*/ 121420 h 728505"/>
                    <a:gd name="connsiteX1" fmla="*/ 121420 w 1368733"/>
                    <a:gd name="connsiteY1" fmla="*/ 0 h 728505"/>
                    <a:gd name="connsiteX2" fmla="*/ 1247313 w 1368733"/>
                    <a:gd name="connsiteY2" fmla="*/ 0 h 728505"/>
                    <a:gd name="connsiteX3" fmla="*/ 1368733 w 1368733"/>
                    <a:gd name="connsiteY3" fmla="*/ 121420 h 728505"/>
                    <a:gd name="connsiteX4" fmla="*/ 1368733 w 1368733"/>
                    <a:gd name="connsiteY4" fmla="*/ 607085 h 728505"/>
                    <a:gd name="connsiteX5" fmla="*/ 1247313 w 1368733"/>
                    <a:gd name="connsiteY5" fmla="*/ 728505 h 728505"/>
                    <a:gd name="connsiteX6" fmla="*/ 121420 w 1368733"/>
                    <a:gd name="connsiteY6" fmla="*/ 728505 h 728505"/>
                    <a:gd name="connsiteX7" fmla="*/ 0 w 1368733"/>
                    <a:gd name="connsiteY7" fmla="*/ 607085 h 728505"/>
                    <a:gd name="connsiteX8" fmla="*/ 0 w 1368733"/>
                    <a:gd name="connsiteY8" fmla="*/ 121420 h 7285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8733" h="728505">
                      <a:moveTo>
                        <a:pt x="0" y="121420"/>
                      </a:moveTo>
                      <a:cubicBezTo>
                        <a:pt x="0" y="54362"/>
                        <a:pt x="54362" y="0"/>
                        <a:pt x="121420" y="0"/>
                      </a:cubicBezTo>
                      <a:lnTo>
                        <a:pt x="1247313" y="0"/>
                      </a:lnTo>
                      <a:cubicBezTo>
                        <a:pt x="1314371" y="0"/>
                        <a:pt x="1368733" y="54362"/>
                        <a:pt x="1368733" y="121420"/>
                      </a:cubicBezTo>
                      <a:lnTo>
                        <a:pt x="1368733" y="607085"/>
                      </a:lnTo>
                      <a:cubicBezTo>
                        <a:pt x="1368733" y="674143"/>
                        <a:pt x="1314371" y="728505"/>
                        <a:pt x="1247313" y="728505"/>
                      </a:cubicBezTo>
                      <a:lnTo>
                        <a:pt x="121420" y="728505"/>
                      </a:lnTo>
                      <a:cubicBezTo>
                        <a:pt x="54362" y="728505"/>
                        <a:pt x="0" y="674143"/>
                        <a:pt x="0" y="607085"/>
                      </a:cubicBezTo>
                      <a:lnTo>
                        <a:pt x="0" y="121420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5400"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8423" tIns="58423" rIns="58423" bIns="58423" numCol="1" spcCol="1270" anchor="ctr" anchorCtr="0">
                  <a:noAutofit/>
                </a:bodyPr>
                <a:lstStyle/>
                <a:p>
                  <a:pPr marL="0" lvl="0" indent="0" algn="ctr" defTabSz="4000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s-ES" sz="1400" kern="1200" dirty="0"/>
                    <a:t>IBrowserDecryptor</a:t>
                  </a:r>
                  <a:endParaRPr lang="es-ES" sz="1050" kern="1200" dirty="0"/>
                </a:p>
              </p:txBody>
            </p:sp>
            <p:sp>
              <p:nvSpPr>
                <p:cNvPr id="16" name="Forma libre: forma 15">
                  <a:extLst>
                    <a:ext uri="{FF2B5EF4-FFF2-40B4-BE49-F238E27FC236}">
                      <a16:creationId xmlns:a16="http://schemas.microsoft.com/office/drawing/2014/main" id="{4E32A790-5BA0-7DB8-F31E-B6C950D76230}"/>
                    </a:ext>
                  </a:extLst>
                </p:cNvPr>
                <p:cNvSpPr/>
                <p:nvPr/>
              </p:nvSpPr>
              <p:spPr>
                <a:xfrm rot="6995011">
                  <a:off x="3617507" y="3820697"/>
                  <a:ext cx="108000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>
                      <a:moveTo>
                        <a:pt x="0" y="0"/>
                      </a:moveTo>
                      <a:lnTo>
                        <a:pt x="1385233" y="0"/>
                      </a:ln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prstDash val="dash"/>
                  <a:miter lim="800000"/>
                  <a:headEnd type="triangle" w="lg" len="lg"/>
                </a:ln>
              </p:spPr>
              <p:style>
                <a:lnRef idx="2">
                  <a:schemeClr val="accent1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7" name="Forma libre: forma 16">
                  <a:extLst>
                    <a:ext uri="{FF2B5EF4-FFF2-40B4-BE49-F238E27FC236}">
                      <a16:creationId xmlns:a16="http://schemas.microsoft.com/office/drawing/2014/main" id="{563C0D8F-EC3D-44DD-C521-1C8F29EEFD2F}"/>
                    </a:ext>
                  </a:extLst>
                </p:cNvPr>
                <p:cNvSpPr/>
                <p:nvPr/>
              </p:nvSpPr>
              <p:spPr>
                <a:xfrm>
                  <a:off x="3007119" y="4411259"/>
                  <a:ext cx="1440000" cy="720003"/>
                </a:xfrm>
                <a:custGeom>
                  <a:avLst/>
                  <a:gdLst>
                    <a:gd name="connsiteX0" fmla="*/ 0 w 1201714"/>
                    <a:gd name="connsiteY0" fmla="*/ 120003 h 720003"/>
                    <a:gd name="connsiteX1" fmla="*/ 120003 w 1201714"/>
                    <a:gd name="connsiteY1" fmla="*/ 0 h 720003"/>
                    <a:gd name="connsiteX2" fmla="*/ 1081711 w 1201714"/>
                    <a:gd name="connsiteY2" fmla="*/ 0 h 720003"/>
                    <a:gd name="connsiteX3" fmla="*/ 1201714 w 1201714"/>
                    <a:gd name="connsiteY3" fmla="*/ 120003 h 720003"/>
                    <a:gd name="connsiteX4" fmla="*/ 1201714 w 1201714"/>
                    <a:gd name="connsiteY4" fmla="*/ 600000 h 720003"/>
                    <a:gd name="connsiteX5" fmla="*/ 1081711 w 1201714"/>
                    <a:gd name="connsiteY5" fmla="*/ 720003 h 720003"/>
                    <a:gd name="connsiteX6" fmla="*/ 120003 w 1201714"/>
                    <a:gd name="connsiteY6" fmla="*/ 720003 h 720003"/>
                    <a:gd name="connsiteX7" fmla="*/ 0 w 1201714"/>
                    <a:gd name="connsiteY7" fmla="*/ 600000 h 720003"/>
                    <a:gd name="connsiteX8" fmla="*/ 0 w 1201714"/>
                    <a:gd name="connsiteY8" fmla="*/ 120003 h 7200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01714" h="720003">
                      <a:moveTo>
                        <a:pt x="0" y="120003"/>
                      </a:moveTo>
                      <a:cubicBezTo>
                        <a:pt x="0" y="53727"/>
                        <a:pt x="53727" y="0"/>
                        <a:pt x="120003" y="0"/>
                      </a:cubicBezTo>
                      <a:lnTo>
                        <a:pt x="1081711" y="0"/>
                      </a:lnTo>
                      <a:cubicBezTo>
                        <a:pt x="1147987" y="0"/>
                        <a:pt x="1201714" y="53727"/>
                        <a:pt x="1201714" y="120003"/>
                      </a:cubicBezTo>
                      <a:lnTo>
                        <a:pt x="1201714" y="600000"/>
                      </a:lnTo>
                      <a:cubicBezTo>
                        <a:pt x="1201714" y="666276"/>
                        <a:pt x="1147987" y="720003"/>
                        <a:pt x="1081711" y="720003"/>
                      </a:cubicBezTo>
                      <a:lnTo>
                        <a:pt x="120003" y="720003"/>
                      </a:lnTo>
                      <a:cubicBezTo>
                        <a:pt x="53727" y="720003"/>
                        <a:pt x="0" y="666276"/>
                        <a:pt x="0" y="600000"/>
                      </a:cubicBezTo>
                      <a:lnTo>
                        <a:pt x="0" y="120003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5400"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928" tIns="52928" rIns="52928" bIns="52928" numCol="1" spcCol="1270" anchor="ctr" anchorCtr="0">
                  <a:noAutofit/>
                </a:bodyPr>
                <a:lstStyle/>
                <a:p>
                  <a:pPr marL="0" lvl="0" indent="0" algn="ctr" defTabSz="3111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s-ES" sz="900" kern="1200" dirty="0" err="1"/>
                    <a:t>FirefoxDecryptor</a:t>
                  </a:r>
                  <a:endParaRPr lang="es-ES" sz="700" kern="1200" dirty="0"/>
                </a:p>
              </p:txBody>
            </p:sp>
            <p:sp>
              <p:nvSpPr>
                <p:cNvPr id="19" name="Forma libre: forma 18">
                  <a:extLst>
                    <a:ext uri="{FF2B5EF4-FFF2-40B4-BE49-F238E27FC236}">
                      <a16:creationId xmlns:a16="http://schemas.microsoft.com/office/drawing/2014/main" id="{21F443DC-EC26-168B-F445-6E475AB8D065}"/>
                    </a:ext>
                  </a:extLst>
                </p:cNvPr>
                <p:cNvSpPr/>
                <p:nvPr/>
              </p:nvSpPr>
              <p:spPr>
                <a:xfrm>
                  <a:off x="4923930" y="4391300"/>
                  <a:ext cx="1440000" cy="720000"/>
                </a:xfrm>
                <a:custGeom>
                  <a:avLst/>
                  <a:gdLst>
                    <a:gd name="connsiteX0" fmla="*/ 0 w 1169020"/>
                    <a:gd name="connsiteY0" fmla="*/ 126751 h 760491"/>
                    <a:gd name="connsiteX1" fmla="*/ 126751 w 1169020"/>
                    <a:gd name="connsiteY1" fmla="*/ 0 h 760491"/>
                    <a:gd name="connsiteX2" fmla="*/ 1042269 w 1169020"/>
                    <a:gd name="connsiteY2" fmla="*/ 0 h 760491"/>
                    <a:gd name="connsiteX3" fmla="*/ 1169020 w 1169020"/>
                    <a:gd name="connsiteY3" fmla="*/ 126751 h 760491"/>
                    <a:gd name="connsiteX4" fmla="*/ 1169020 w 1169020"/>
                    <a:gd name="connsiteY4" fmla="*/ 633740 h 760491"/>
                    <a:gd name="connsiteX5" fmla="*/ 1042269 w 1169020"/>
                    <a:gd name="connsiteY5" fmla="*/ 760491 h 760491"/>
                    <a:gd name="connsiteX6" fmla="*/ 126751 w 1169020"/>
                    <a:gd name="connsiteY6" fmla="*/ 760491 h 760491"/>
                    <a:gd name="connsiteX7" fmla="*/ 0 w 1169020"/>
                    <a:gd name="connsiteY7" fmla="*/ 633740 h 760491"/>
                    <a:gd name="connsiteX8" fmla="*/ 0 w 1169020"/>
                    <a:gd name="connsiteY8" fmla="*/ 126751 h 760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69020" h="760491">
                      <a:moveTo>
                        <a:pt x="0" y="126751"/>
                      </a:moveTo>
                      <a:cubicBezTo>
                        <a:pt x="0" y="56748"/>
                        <a:pt x="56748" y="0"/>
                        <a:pt x="126751" y="0"/>
                      </a:cubicBezTo>
                      <a:lnTo>
                        <a:pt x="1042269" y="0"/>
                      </a:lnTo>
                      <a:cubicBezTo>
                        <a:pt x="1112272" y="0"/>
                        <a:pt x="1169020" y="56748"/>
                        <a:pt x="1169020" y="126751"/>
                      </a:cubicBezTo>
                      <a:lnTo>
                        <a:pt x="1169020" y="633740"/>
                      </a:lnTo>
                      <a:cubicBezTo>
                        <a:pt x="1169020" y="703743"/>
                        <a:pt x="1112272" y="760491"/>
                        <a:pt x="1042269" y="760491"/>
                      </a:cubicBezTo>
                      <a:lnTo>
                        <a:pt x="126751" y="760491"/>
                      </a:lnTo>
                      <a:cubicBezTo>
                        <a:pt x="56748" y="760491"/>
                        <a:pt x="0" y="703743"/>
                        <a:pt x="0" y="633740"/>
                      </a:cubicBezTo>
                      <a:lnTo>
                        <a:pt x="0" y="12675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5400"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4904" tIns="54904" rIns="54904" bIns="54904" numCol="1" spcCol="1270" anchor="ctr" anchorCtr="0">
                  <a:noAutofit/>
                </a:bodyPr>
                <a:lstStyle/>
                <a:p>
                  <a:pPr marL="0" lvl="0" indent="0" algn="ctr" defTabSz="3111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s-ES" sz="1000" kern="1200" dirty="0" err="1"/>
                    <a:t>ChromiumDecryptor</a:t>
                  </a:r>
                  <a:endParaRPr lang="es-ES" sz="700" kern="1200" dirty="0"/>
                </a:p>
              </p:txBody>
            </p:sp>
          </p:grpSp>
        </p:grp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5EC13C57-3DEE-1722-A7E8-F8634F396CAE}"/>
                </a:ext>
              </a:extLst>
            </p:cNvPr>
            <p:cNvSpPr/>
            <p:nvPr/>
          </p:nvSpPr>
          <p:spPr>
            <a:xfrm>
              <a:off x="9175256" y="2600627"/>
              <a:ext cx="1800000" cy="900000"/>
            </a:xfrm>
            <a:custGeom>
              <a:avLst/>
              <a:gdLst>
                <a:gd name="connsiteX0" fmla="*/ 0 w 1280729"/>
                <a:gd name="connsiteY0" fmla="*/ 120012 h 720059"/>
                <a:gd name="connsiteX1" fmla="*/ 120012 w 1280729"/>
                <a:gd name="connsiteY1" fmla="*/ 0 h 720059"/>
                <a:gd name="connsiteX2" fmla="*/ 1160717 w 1280729"/>
                <a:gd name="connsiteY2" fmla="*/ 0 h 720059"/>
                <a:gd name="connsiteX3" fmla="*/ 1280729 w 1280729"/>
                <a:gd name="connsiteY3" fmla="*/ 120012 h 720059"/>
                <a:gd name="connsiteX4" fmla="*/ 1280729 w 1280729"/>
                <a:gd name="connsiteY4" fmla="*/ 600047 h 720059"/>
                <a:gd name="connsiteX5" fmla="*/ 1160717 w 1280729"/>
                <a:gd name="connsiteY5" fmla="*/ 720059 h 720059"/>
                <a:gd name="connsiteX6" fmla="*/ 120012 w 1280729"/>
                <a:gd name="connsiteY6" fmla="*/ 720059 h 720059"/>
                <a:gd name="connsiteX7" fmla="*/ 0 w 1280729"/>
                <a:gd name="connsiteY7" fmla="*/ 600047 h 720059"/>
                <a:gd name="connsiteX8" fmla="*/ 0 w 1280729"/>
                <a:gd name="connsiteY8" fmla="*/ 120012 h 720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80729" h="720059">
                  <a:moveTo>
                    <a:pt x="0" y="120012"/>
                  </a:moveTo>
                  <a:cubicBezTo>
                    <a:pt x="0" y="53731"/>
                    <a:pt x="53731" y="0"/>
                    <a:pt x="120012" y="0"/>
                  </a:cubicBezTo>
                  <a:lnTo>
                    <a:pt x="1160717" y="0"/>
                  </a:lnTo>
                  <a:cubicBezTo>
                    <a:pt x="1226998" y="0"/>
                    <a:pt x="1280729" y="53731"/>
                    <a:pt x="1280729" y="120012"/>
                  </a:cubicBezTo>
                  <a:lnTo>
                    <a:pt x="1280729" y="600047"/>
                  </a:lnTo>
                  <a:cubicBezTo>
                    <a:pt x="1280729" y="666328"/>
                    <a:pt x="1226998" y="720059"/>
                    <a:pt x="1160717" y="720059"/>
                  </a:cubicBezTo>
                  <a:lnTo>
                    <a:pt x="120012" y="720059"/>
                  </a:lnTo>
                  <a:cubicBezTo>
                    <a:pt x="53731" y="720059"/>
                    <a:pt x="0" y="666328"/>
                    <a:pt x="0" y="600047"/>
                  </a:cubicBezTo>
                  <a:lnTo>
                    <a:pt x="0" y="120012"/>
                  </a:lnTo>
                  <a:close/>
                </a:path>
              </a:pathLst>
            </a:custGeom>
            <a:solidFill>
              <a:srgbClr val="262626"/>
            </a:solidFill>
            <a:ln w="254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490" tIns="88490" rIns="88490" bIns="8849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1400" kern="1200" dirty="0"/>
                <a:t>PC</a:t>
              </a:r>
              <a:endParaRPr lang="es-ES" sz="2100" kern="1200" dirty="0"/>
            </a:p>
          </p:txBody>
        </p: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97510F3A-0DFD-24CA-7F1C-C182A82DA705}"/>
                </a:ext>
              </a:extLst>
            </p:cNvPr>
            <p:cNvCxnSpPr/>
            <p:nvPr/>
          </p:nvCxnSpPr>
          <p:spPr>
            <a:xfrm flipV="1">
              <a:off x="10075256" y="3648547"/>
              <a:ext cx="0" cy="419584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C610F841-92B5-8D57-1776-D2EF853F4093}"/>
                </a:ext>
              </a:extLst>
            </p:cNvPr>
            <p:cNvSpPr txBox="1"/>
            <p:nvPr/>
          </p:nvSpPr>
          <p:spPr>
            <a:xfrm>
              <a:off x="9305516" y="4112196"/>
              <a:ext cx="175761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/>
                <a:t>(</a:t>
              </a:r>
              <a:r>
                <a:rPr lang="es-ES" sz="1600" dirty="0" err="1"/>
                <a:t>pidiome</a:t>
              </a:r>
              <a:r>
                <a:rPr lang="es-ES" sz="1600" dirty="0"/>
                <a:t> David que </a:t>
              </a:r>
              <a:r>
                <a:rPr lang="es-ES" sz="1600" dirty="0" err="1"/>
                <a:t>dixera</a:t>
              </a:r>
              <a:r>
                <a:rPr lang="es-ES" sz="1600" dirty="0"/>
                <a:t> que ye un Singleton)</a:t>
              </a:r>
            </a:p>
          </p:txBody>
        </p:sp>
      </p:grpSp>
      <p:pic>
        <p:nvPicPr>
          <p:cNvPr id="26" name="Imagen 25" descr="Forma&#10;&#10;Descripción generada automáticamente con confianza media">
            <a:extLst>
              <a:ext uri="{FF2B5EF4-FFF2-40B4-BE49-F238E27FC236}">
                <a16:creationId xmlns:a16="http://schemas.microsoft.com/office/drawing/2014/main" id="{65DA785B-E863-D356-3339-57751DD12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27" name="Marcador de pie de página 3">
            <a:extLst>
              <a:ext uri="{FF2B5EF4-FFF2-40B4-BE49-F238E27FC236}">
                <a16:creationId xmlns:a16="http://schemas.microsoft.com/office/drawing/2014/main" id="{164FC9D9-CFE3-BFAA-D7ED-4A7EBDD51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030581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Diagrama de clases - Exfiltración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35</a:t>
            </a:fld>
            <a:endParaRPr lang="en-US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930F416E-AE03-2FD4-02B8-FE2A2727B7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6948273"/>
              </p:ext>
            </p:extLst>
          </p:nvPr>
        </p:nvGraphicFramePr>
        <p:xfrm>
          <a:off x="2070514" y="2042606"/>
          <a:ext cx="8044873" cy="3878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n 5" descr="Forma&#10;&#10;Descripción generada automáticamente con confianza media">
            <a:extLst>
              <a:ext uri="{FF2B5EF4-FFF2-40B4-BE49-F238E27FC236}">
                <a16:creationId xmlns:a16="http://schemas.microsoft.com/office/drawing/2014/main" id="{873F91D9-CE4B-5367-4DC4-55850A88F4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7" name="Marcador de pie de página 3">
            <a:extLst>
              <a:ext uri="{FF2B5EF4-FFF2-40B4-BE49-F238E27FC236}">
                <a16:creationId xmlns:a16="http://schemas.microsoft.com/office/drawing/2014/main" id="{61E4F562-291D-DF4A-318C-8446D1C7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4224357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Diagrama de clases - Utilidades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1AA7373-D644-3BFC-3D63-09BBCBBB8B39}"/>
              </a:ext>
            </a:extLst>
          </p:cNvPr>
          <p:cNvGrpSpPr/>
          <p:nvPr/>
        </p:nvGrpSpPr>
        <p:grpSpPr>
          <a:xfrm>
            <a:off x="1034613" y="2168063"/>
            <a:ext cx="3280014" cy="1640007"/>
            <a:chOff x="2382429" y="0"/>
            <a:chExt cx="3280014" cy="1640007"/>
          </a:xfrm>
        </p:grpSpPr>
        <p:sp>
          <p:nvSpPr>
            <p:cNvPr id="8" name="Diagrama de flujo: proceso alternativo 7">
              <a:extLst>
                <a:ext uri="{FF2B5EF4-FFF2-40B4-BE49-F238E27FC236}">
                  <a16:creationId xmlns:a16="http://schemas.microsoft.com/office/drawing/2014/main" id="{BB623013-4CAF-3AC4-85F7-7D48E8B6E1B6}"/>
                </a:ext>
              </a:extLst>
            </p:cNvPr>
            <p:cNvSpPr/>
            <p:nvPr/>
          </p:nvSpPr>
          <p:spPr>
            <a:xfrm>
              <a:off x="2382429" y="0"/>
              <a:ext cx="3280014" cy="1640007"/>
            </a:xfrm>
            <a:prstGeom prst="flowChartAlternateProcess">
              <a:avLst/>
            </a:prstGeom>
            <a:solidFill>
              <a:schemeClr val="tx2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" name="Diagrama de flujo: proceso alternativo 4">
              <a:extLst>
                <a:ext uri="{FF2B5EF4-FFF2-40B4-BE49-F238E27FC236}">
                  <a16:creationId xmlns:a16="http://schemas.microsoft.com/office/drawing/2014/main" id="{6BEFB330-B147-7B12-2CD9-0AC8196416DB}"/>
                </a:ext>
              </a:extLst>
            </p:cNvPr>
            <p:cNvSpPr txBox="1"/>
            <p:nvPr/>
          </p:nvSpPr>
          <p:spPr>
            <a:xfrm>
              <a:off x="2462486" y="80057"/>
              <a:ext cx="3119900" cy="14798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100" kern="1200" dirty="0"/>
                <a:t>FileManager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A0A8814A-9758-09C4-8912-E6D887202230}"/>
              </a:ext>
            </a:extLst>
          </p:cNvPr>
          <p:cNvGrpSpPr/>
          <p:nvPr/>
        </p:nvGrpSpPr>
        <p:grpSpPr>
          <a:xfrm>
            <a:off x="1034613" y="4020164"/>
            <a:ext cx="3280014" cy="1640007"/>
            <a:chOff x="2382429" y="0"/>
            <a:chExt cx="3280014" cy="1640007"/>
          </a:xfrm>
        </p:grpSpPr>
        <p:sp>
          <p:nvSpPr>
            <p:cNvPr id="11" name="Diagrama de flujo: proceso alternativo 10">
              <a:extLst>
                <a:ext uri="{FF2B5EF4-FFF2-40B4-BE49-F238E27FC236}">
                  <a16:creationId xmlns:a16="http://schemas.microsoft.com/office/drawing/2014/main" id="{1168B7EF-F1BC-62A1-CBF2-31BE07065AE1}"/>
                </a:ext>
              </a:extLst>
            </p:cNvPr>
            <p:cNvSpPr/>
            <p:nvPr/>
          </p:nvSpPr>
          <p:spPr>
            <a:xfrm>
              <a:off x="2382429" y="0"/>
              <a:ext cx="3280014" cy="1640007"/>
            </a:xfrm>
            <a:prstGeom prst="flowChartAlternateProcess">
              <a:avLst/>
            </a:prstGeom>
            <a:solidFill>
              <a:schemeClr val="tx2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2" name="Diagrama de flujo: proceso alternativo 4">
              <a:extLst>
                <a:ext uri="{FF2B5EF4-FFF2-40B4-BE49-F238E27FC236}">
                  <a16:creationId xmlns:a16="http://schemas.microsoft.com/office/drawing/2014/main" id="{EC90A77F-60C9-3170-3197-95357537F98D}"/>
                </a:ext>
              </a:extLst>
            </p:cNvPr>
            <p:cNvSpPr txBox="1"/>
            <p:nvPr/>
          </p:nvSpPr>
          <p:spPr>
            <a:xfrm>
              <a:off x="2462486" y="80057"/>
              <a:ext cx="3119900" cy="14798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100" kern="1200" dirty="0" err="1"/>
                <a:t>Paths</a:t>
              </a:r>
              <a:endParaRPr lang="es-ES" sz="2100" kern="1200" dirty="0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98AC210-809A-6522-84AE-0320FCC23CCE}"/>
              </a:ext>
            </a:extLst>
          </p:cNvPr>
          <p:cNvGrpSpPr/>
          <p:nvPr/>
        </p:nvGrpSpPr>
        <p:grpSpPr>
          <a:xfrm>
            <a:off x="6818947" y="2168062"/>
            <a:ext cx="3280014" cy="1640007"/>
            <a:chOff x="2382429" y="0"/>
            <a:chExt cx="3280014" cy="1640007"/>
          </a:xfrm>
        </p:grpSpPr>
        <p:sp>
          <p:nvSpPr>
            <p:cNvPr id="14" name="Diagrama de flujo: proceso alternativo 13">
              <a:extLst>
                <a:ext uri="{FF2B5EF4-FFF2-40B4-BE49-F238E27FC236}">
                  <a16:creationId xmlns:a16="http://schemas.microsoft.com/office/drawing/2014/main" id="{A4A39046-430E-98C4-06D1-FC9FDC6EE408}"/>
                </a:ext>
              </a:extLst>
            </p:cNvPr>
            <p:cNvSpPr/>
            <p:nvPr/>
          </p:nvSpPr>
          <p:spPr>
            <a:xfrm>
              <a:off x="2382429" y="0"/>
              <a:ext cx="3280014" cy="1640007"/>
            </a:xfrm>
            <a:prstGeom prst="flowChartAlternateProcess">
              <a:avLst/>
            </a:prstGeom>
            <a:solidFill>
              <a:schemeClr val="tx2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Diagrama de flujo: proceso alternativo 4">
              <a:extLst>
                <a:ext uri="{FF2B5EF4-FFF2-40B4-BE49-F238E27FC236}">
                  <a16:creationId xmlns:a16="http://schemas.microsoft.com/office/drawing/2014/main" id="{BE8B8CC8-E95E-88E4-70D3-940FF331AA18}"/>
                </a:ext>
              </a:extLst>
            </p:cNvPr>
            <p:cNvSpPr txBox="1"/>
            <p:nvPr/>
          </p:nvSpPr>
          <p:spPr>
            <a:xfrm>
              <a:off x="2462486" y="80057"/>
              <a:ext cx="3119900" cy="14798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100" kern="1200" dirty="0" err="1"/>
                <a:t>DataFormat</a:t>
              </a:r>
              <a:endParaRPr lang="es-ES" sz="2100" kern="1200" dirty="0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0C791B74-5494-9ABE-B0D4-841008A8E80D}"/>
              </a:ext>
            </a:extLst>
          </p:cNvPr>
          <p:cNvGrpSpPr/>
          <p:nvPr/>
        </p:nvGrpSpPr>
        <p:grpSpPr>
          <a:xfrm>
            <a:off x="6818947" y="4020164"/>
            <a:ext cx="3280014" cy="1640007"/>
            <a:chOff x="2382429" y="0"/>
            <a:chExt cx="3280014" cy="1640007"/>
          </a:xfrm>
        </p:grpSpPr>
        <p:sp>
          <p:nvSpPr>
            <p:cNvPr id="17" name="Diagrama de flujo: proceso alternativo 16">
              <a:extLst>
                <a:ext uri="{FF2B5EF4-FFF2-40B4-BE49-F238E27FC236}">
                  <a16:creationId xmlns:a16="http://schemas.microsoft.com/office/drawing/2014/main" id="{80FAEA24-AE1A-BDFA-7434-C2AA6849437C}"/>
                </a:ext>
              </a:extLst>
            </p:cNvPr>
            <p:cNvSpPr/>
            <p:nvPr/>
          </p:nvSpPr>
          <p:spPr>
            <a:xfrm>
              <a:off x="2382429" y="0"/>
              <a:ext cx="3280014" cy="1640007"/>
            </a:xfrm>
            <a:prstGeom prst="flowChartAlternateProcess">
              <a:avLst/>
            </a:prstGeom>
            <a:solidFill>
              <a:schemeClr val="tx2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8" name="Diagrama de flujo: proceso alternativo 4">
              <a:extLst>
                <a:ext uri="{FF2B5EF4-FFF2-40B4-BE49-F238E27FC236}">
                  <a16:creationId xmlns:a16="http://schemas.microsoft.com/office/drawing/2014/main" id="{5CD2F1B1-16C4-C93D-D992-6D6B07D0307D}"/>
                </a:ext>
              </a:extLst>
            </p:cNvPr>
            <p:cNvSpPr txBox="1"/>
            <p:nvPr/>
          </p:nvSpPr>
          <p:spPr>
            <a:xfrm>
              <a:off x="2462486" y="80057"/>
              <a:ext cx="3119900" cy="147989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100" kern="1200" dirty="0" err="1"/>
                <a:t>BrowserToJson</a:t>
              </a:r>
              <a:endParaRPr lang="es-ES" sz="2100" kern="1200" dirty="0"/>
            </a:p>
          </p:txBody>
        </p:sp>
      </p:grp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271F3A6-9ECF-AC15-EDAC-4D0BA32DCE22}"/>
              </a:ext>
            </a:extLst>
          </p:cNvPr>
          <p:cNvCxnSpPr/>
          <p:nvPr/>
        </p:nvCxnSpPr>
        <p:spPr>
          <a:xfrm flipH="1">
            <a:off x="4314627" y="2702034"/>
            <a:ext cx="479833" cy="13580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A26AAAB-3D03-17C9-11F1-6E592BED15DF}"/>
              </a:ext>
            </a:extLst>
          </p:cNvPr>
          <p:cNvSpPr txBox="1"/>
          <p:nvPr/>
        </p:nvSpPr>
        <p:spPr>
          <a:xfrm>
            <a:off x="4799760" y="2449457"/>
            <a:ext cx="1628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(</a:t>
            </a:r>
            <a:r>
              <a:rPr lang="es-ES" sz="1600" dirty="0" err="1"/>
              <a:t>outro</a:t>
            </a:r>
            <a:r>
              <a:rPr lang="es-ES" sz="1600" dirty="0"/>
              <a:t> </a:t>
            </a:r>
            <a:r>
              <a:rPr lang="es-ES" sz="1600" dirty="0" err="1"/>
              <a:t>patronín</a:t>
            </a:r>
            <a:r>
              <a:rPr lang="es-ES" sz="1600" dirty="0"/>
              <a:t> Singleton)</a:t>
            </a:r>
          </a:p>
        </p:txBody>
      </p:sp>
      <p:pic>
        <p:nvPicPr>
          <p:cNvPr id="20" name="Imagen 19" descr="Forma&#10;&#10;Descripción generada automáticamente con confianza media">
            <a:extLst>
              <a:ext uri="{FF2B5EF4-FFF2-40B4-BE49-F238E27FC236}">
                <a16:creationId xmlns:a16="http://schemas.microsoft.com/office/drawing/2014/main" id="{1F9375FD-8ECE-B60A-C009-B0DE40909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21" name="Marcador de pie de página 3">
            <a:extLst>
              <a:ext uri="{FF2B5EF4-FFF2-40B4-BE49-F238E27FC236}">
                <a16:creationId xmlns:a16="http://schemas.microsoft.com/office/drawing/2014/main" id="{D4F77C93-10A2-B6D0-F947-67C5FC8C1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955135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57" name="Straight Connector 45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4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49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2D1197-C9E1-96BD-6C23-07884B342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667" y="2578629"/>
            <a:ext cx="4370833" cy="17007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i="1" kern="1200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Ejecución de pruebas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50254F-1FE9-F61F-56B3-B2BF2AF5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1" y="6007608"/>
            <a:ext cx="3577655" cy="36512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Infostealers are dead... Long live infostealers!  </a:t>
            </a:r>
            <a:r>
              <a:rPr lang="en-US" kern="1200" spc="50" baseline="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AsturCON</a:t>
            </a:r>
            <a:r>
              <a:rPr lang="en-US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2024</a:t>
            </a:r>
          </a:p>
        </p:txBody>
      </p:sp>
      <p:sp>
        <p:nvSpPr>
          <p:cNvPr id="61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25FB3A-1738-AC16-24AF-5D42A280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 vert="horz" lIns="45720" tIns="45720" rIns="4572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 dirty="0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DEE2E35A-A4AC-9214-C946-9243F8B63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4931395"/>
              </p:ext>
            </p:extLst>
          </p:nvPr>
        </p:nvGraphicFramePr>
        <p:xfrm>
          <a:off x="6280566" y="1482504"/>
          <a:ext cx="5138767" cy="3892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23E3AF2E-22AE-A489-B4D0-B0CF9DA73A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446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B8EF3-A462-A765-1C7C-B0F0D0C55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EACD8D5-0366-81DA-6D08-8A2A0FAA3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BF50D3F-DF94-DAF8-B2CE-C4E2F0292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E9C421-4921-FCA2-C93D-0FD2B883B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Antes de comenzar…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C4A175A2-B079-2BC6-8323-1182771F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1F384F-94B1-C554-1268-A9627674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9E6812-DF0E-4B88-AFAA-EAC7168F54C0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D449B494-71C6-1127-4427-4F34A38DE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7" name="Marcador de pie de página 3">
            <a:extLst>
              <a:ext uri="{FF2B5EF4-FFF2-40B4-BE49-F238E27FC236}">
                <a16:creationId xmlns:a16="http://schemas.microsoft.com/office/drawing/2014/main" id="{88E0825E-9D63-F06D-EFEF-227B28BFE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Infostealers are dead... Long live infostealers!  </a:t>
            </a:r>
            <a:r>
              <a:rPr kumimoji="0" lang="en-US" sz="1100" b="1" i="0" u="none" strike="noStrike" kern="1200" cap="none" spc="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AsturCON</a:t>
            </a:r>
            <a:r>
              <a:rPr kumimoji="0" lang="en-US" sz="11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2024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B2B895C-11F0-FD55-6773-D83B27A4C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279" y="2104875"/>
            <a:ext cx="7523343" cy="375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019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0FF28-1764-DCF0-36B4-6506CD8A7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19B3A12-FA0B-D3D4-7E08-B3F0C27F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4615DF7-6B3F-CE3F-CD0D-A6D4596D5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23D411-0550-66A1-3579-6F6DD9BF5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Análisis estático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EA999AD3-55EE-DBE0-C535-30D4C9C83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37846B-CFAC-5234-1D24-9163890C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6765059C-8E7E-1753-6073-891FC79AB615}"/>
              </a:ext>
            </a:extLst>
          </p:cNvPr>
          <p:cNvGrpSpPr/>
          <p:nvPr/>
        </p:nvGrpSpPr>
        <p:grpSpPr>
          <a:xfrm>
            <a:off x="518109" y="2205989"/>
            <a:ext cx="11265902" cy="807261"/>
            <a:chOff x="190699" y="45005"/>
            <a:chExt cx="2223839" cy="1334303"/>
          </a:xfrm>
          <a:noFill/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5AB13800-356C-B975-CD0A-AE21D89E584C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9" name="Rectángulo: esquinas redondeadas 4">
              <a:extLst>
                <a:ext uri="{FF2B5EF4-FFF2-40B4-BE49-F238E27FC236}">
                  <a16:creationId xmlns:a16="http://schemas.microsoft.com/office/drawing/2014/main" id="{C1EBC5C9-9BC7-BC9C-8F55-8B122B0222D5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b="1" kern="1200" dirty="0">
                  <a:solidFill>
                    <a:srgbClr val="FF0000"/>
                  </a:solidFill>
                </a:rPr>
                <a:t>Ningún EDR detecta la muestra mediante análisis estático del binario</a:t>
              </a:r>
              <a:endParaRPr lang="en-US" sz="2500" b="1" kern="1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5" name="Imagen 14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A1CBEDBC-B482-785E-0504-43C929D713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380" b="49484"/>
          <a:stretch/>
        </p:blipFill>
        <p:spPr bwMode="auto">
          <a:xfrm>
            <a:off x="5172040" y="3622797"/>
            <a:ext cx="6463559" cy="1716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599372D3-3385-0A63-0364-9BD643E78C6B}"/>
              </a:ext>
            </a:extLst>
          </p:cNvPr>
          <p:cNvGrpSpPr/>
          <p:nvPr/>
        </p:nvGrpSpPr>
        <p:grpSpPr>
          <a:xfrm>
            <a:off x="518109" y="3925134"/>
            <a:ext cx="4425680" cy="807261"/>
            <a:chOff x="190699" y="45005"/>
            <a:chExt cx="2223839" cy="1334303"/>
          </a:xfrm>
          <a:noFill/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DFD18F03-08DB-229C-C441-2AEFBA7D8269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4" name="Rectángulo: esquinas redondeadas 4">
              <a:extLst>
                <a:ext uri="{FF2B5EF4-FFF2-40B4-BE49-F238E27FC236}">
                  <a16:creationId xmlns:a16="http://schemas.microsoft.com/office/drawing/2014/main" id="{71CD688B-42BF-C934-6E8A-6D6121893103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kern="1200" dirty="0">
                  <a:solidFill>
                    <a:schemeClr val="tx1"/>
                  </a:solidFill>
                </a:rPr>
                <a:t>Esperable, en parte, puesto que se trata de malware escrito por nosotros (no visto anteriormente por soluciones EDR).</a:t>
              </a:r>
            </a:p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500" dirty="0">
                  <a:solidFill>
                    <a:schemeClr val="tx1"/>
                  </a:solidFill>
                </a:rPr>
                <a:t>Con </a:t>
              </a:r>
              <a:r>
                <a:rPr lang="en-US" sz="2500" dirty="0" err="1">
                  <a:solidFill>
                    <a:schemeClr val="tx1"/>
                  </a:solidFill>
                </a:rPr>
                <a:t>el</a:t>
              </a:r>
              <a:r>
                <a:rPr lang="en-US" sz="2500" dirty="0">
                  <a:solidFill>
                    <a:schemeClr val="tx1"/>
                  </a:solidFill>
                </a:rPr>
                <a:t> </a:t>
              </a:r>
              <a:r>
                <a:rPr lang="en-US" sz="2500" dirty="0" err="1">
                  <a:solidFill>
                    <a:schemeClr val="tx1"/>
                  </a:solidFill>
                </a:rPr>
                <a:t>tiempo</a:t>
              </a:r>
              <a:r>
                <a:rPr lang="en-US" sz="2500" dirty="0">
                  <a:solidFill>
                    <a:schemeClr val="tx1"/>
                  </a:solidFill>
                </a:rPr>
                <a:t> </a:t>
              </a:r>
              <a:r>
                <a:rPr lang="en-US" sz="2500" dirty="0" err="1">
                  <a:solidFill>
                    <a:schemeClr val="tx1"/>
                  </a:solidFill>
                </a:rPr>
                <a:t>fue</a:t>
              </a:r>
              <a:r>
                <a:rPr lang="en-US" sz="2500" dirty="0">
                  <a:solidFill>
                    <a:schemeClr val="tx1"/>
                  </a:solidFill>
                </a:rPr>
                <a:t> </a:t>
              </a:r>
              <a:r>
                <a:rPr lang="en-US" sz="2500" dirty="0" err="1">
                  <a:solidFill>
                    <a:schemeClr val="tx1"/>
                  </a:solidFill>
                </a:rPr>
                <a:t>creciendo</a:t>
              </a:r>
              <a:r>
                <a:rPr lang="en-US" sz="2500" dirty="0">
                  <a:solidFill>
                    <a:schemeClr val="tx1"/>
                  </a:solidFill>
                </a:rPr>
                <a:t>.</a:t>
              </a:r>
              <a:endParaRPr lang="es-ES" sz="25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B2BA5C5E-9326-D0CA-881A-AAC5A750B0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7" name="Marcador de pie de página 3">
            <a:extLst>
              <a:ext uri="{FF2B5EF4-FFF2-40B4-BE49-F238E27FC236}">
                <a16:creationId xmlns:a16="http://schemas.microsoft.com/office/drawing/2014/main" id="{D9857184-D70B-1D17-75C2-3EF631E99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2523138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1FF1A-B065-B2D5-EF4C-46883BD6D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7A8A18B-064B-C135-ACB7-3785119C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989D86-2A13-793A-D330-F283E07D8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F7EEB3-A730-1273-EAFD-C9B7CEB5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Análisis dinámico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5F838933-3C37-75B0-77E6-AC6AD2CA3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0F729F-749C-9FDE-E0C8-B6E35FBF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836F9D3-E900-715F-39D4-5C1C133E51E7}"/>
              </a:ext>
            </a:extLst>
          </p:cNvPr>
          <p:cNvSpPr/>
          <p:nvPr/>
        </p:nvSpPr>
        <p:spPr>
          <a:xfrm>
            <a:off x="758952" y="2168063"/>
            <a:ext cx="3350824" cy="807261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18C9D94-F1FD-47A0-0C65-0B2E89260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353" y="2988594"/>
            <a:ext cx="2508534" cy="571797"/>
          </a:xfrm>
          <a:prstGeom prst="rect">
            <a:avLst/>
          </a:prstGeom>
        </p:spPr>
      </p:pic>
      <p:pic>
        <p:nvPicPr>
          <p:cNvPr id="17" name="Imagen 16" descr="Una captura de pantalla de un celular con texto e imagen&#10;&#10;Descripción generada automáticamente con confianza media">
            <a:extLst>
              <a:ext uri="{FF2B5EF4-FFF2-40B4-BE49-F238E27FC236}">
                <a16:creationId xmlns:a16="http://schemas.microsoft.com/office/drawing/2014/main" id="{EB70DDA8-379C-60CE-4F66-1AA11DB5B7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59" t="9246" r="5468" b="10013"/>
          <a:stretch/>
        </p:blipFill>
        <p:spPr>
          <a:xfrm>
            <a:off x="1005269" y="4264439"/>
            <a:ext cx="3350824" cy="1553497"/>
          </a:xfrm>
          <a:prstGeom prst="rect">
            <a:avLst/>
          </a:prstGeom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5D9438DD-7091-9088-9A0E-C78341448047}"/>
              </a:ext>
            </a:extLst>
          </p:cNvPr>
          <p:cNvGrpSpPr/>
          <p:nvPr/>
        </p:nvGrpSpPr>
        <p:grpSpPr>
          <a:xfrm rot="5400000">
            <a:off x="2418491" y="3675640"/>
            <a:ext cx="512258" cy="551512"/>
            <a:chOff x="2627175" y="435350"/>
            <a:chExt cx="512258" cy="551512"/>
          </a:xfrm>
        </p:grpSpPr>
        <p:sp>
          <p:nvSpPr>
            <p:cNvPr id="19" name="Flecha: a la derecha 18">
              <a:extLst>
                <a:ext uri="{FF2B5EF4-FFF2-40B4-BE49-F238E27FC236}">
                  <a16:creationId xmlns:a16="http://schemas.microsoft.com/office/drawing/2014/main" id="{9A6D9B43-7FC8-818E-0A55-BBBDFCADF003}"/>
                </a:ext>
              </a:extLst>
            </p:cNvPr>
            <p:cNvSpPr/>
            <p:nvPr/>
          </p:nvSpPr>
          <p:spPr>
            <a:xfrm rot="21597714">
              <a:off x="2627175" y="435350"/>
              <a:ext cx="512258" cy="55151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Flecha: a la derecha 4">
              <a:extLst>
                <a:ext uri="{FF2B5EF4-FFF2-40B4-BE49-F238E27FC236}">
                  <a16:creationId xmlns:a16="http://schemas.microsoft.com/office/drawing/2014/main" id="{E742DAD1-788E-872D-3AAE-7CD6E4B33DCD}"/>
                </a:ext>
              </a:extLst>
            </p:cNvPr>
            <p:cNvSpPr txBox="1"/>
            <p:nvPr/>
          </p:nvSpPr>
          <p:spPr>
            <a:xfrm rot="21597714">
              <a:off x="2627175" y="545703"/>
              <a:ext cx="358581" cy="330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 dirty="0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5E389397-7683-D0BF-595D-D405EA050771}"/>
              </a:ext>
            </a:extLst>
          </p:cNvPr>
          <p:cNvGrpSpPr/>
          <p:nvPr/>
        </p:nvGrpSpPr>
        <p:grpSpPr>
          <a:xfrm>
            <a:off x="5185514" y="4034068"/>
            <a:ext cx="512258" cy="551512"/>
            <a:chOff x="2627175" y="435350"/>
            <a:chExt cx="512258" cy="551512"/>
          </a:xfrm>
        </p:grpSpPr>
        <p:sp>
          <p:nvSpPr>
            <p:cNvPr id="22" name="Flecha: a la derecha 21">
              <a:extLst>
                <a:ext uri="{FF2B5EF4-FFF2-40B4-BE49-F238E27FC236}">
                  <a16:creationId xmlns:a16="http://schemas.microsoft.com/office/drawing/2014/main" id="{533D0B2D-13EE-EA61-4C43-75CBBBE91B30}"/>
                </a:ext>
              </a:extLst>
            </p:cNvPr>
            <p:cNvSpPr/>
            <p:nvPr/>
          </p:nvSpPr>
          <p:spPr>
            <a:xfrm rot="21597714">
              <a:off x="2627175" y="435350"/>
              <a:ext cx="512258" cy="55151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Flecha: a la derecha 4">
              <a:extLst>
                <a:ext uri="{FF2B5EF4-FFF2-40B4-BE49-F238E27FC236}">
                  <a16:creationId xmlns:a16="http://schemas.microsoft.com/office/drawing/2014/main" id="{0F49B150-9474-08FF-A3B0-FA79470967B9}"/>
                </a:ext>
              </a:extLst>
            </p:cNvPr>
            <p:cNvSpPr txBox="1"/>
            <p:nvPr/>
          </p:nvSpPr>
          <p:spPr>
            <a:xfrm rot="21597714">
              <a:off x="2627175" y="545703"/>
              <a:ext cx="358581" cy="330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 dirty="0"/>
            </a:p>
          </p:txBody>
        </p:sp>
      </p:grpSp>
      <p:pic>
        <p:nvPicPr>
          <p:cNvPr id="25" name="Imagen 24" descr="Un hombre con un traje de color negro&#10;&#10;Descripción generada automáticamente con confianza media">
            <a:extLst>
              <a:ext uri="{FF2B5EF4-FFF2-40B4-BE49-F238E27FC236}">
                <a16:creationId xmlns:a16="http://schemas.microsoft.com/office/drawing/2014/main" id="{ED9233A7-242B-529C-9785-8BF6FF191F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09" y="2623542"/>
            <a:ext cx="4877499" cy="3220743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6AA621F4-1431-FF00-2E45-7E2108CAB8B2}"/>
              </a:ext>
            </a:extLst>
          </p:cNvPr>
          <p:cNvGrpSpPr/>
          <p:nvPr/>
        </p:nvGrpSpPr>
        <p:grpSpPr>
          <a:xfrm>
            <a:off x="552976" y="2144521"/>
            <a:ext cx="3824370" cy="830803"/>
            <a:chOff x="552976" y="2144521"/>
            <a:chExt cx="3824370" cy="830803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E1BD66D4-3EF6-8CF2-8548-BBDB9C8C1CA3}"/>
                </a:ext>
              </a:extLst>
            </p:cNvPr>
            <p:cNvGrpSpPr/>
            <p:nvPr/>
          </p:nvGrpSpPr>
          <p:grpSpPr>
            <a:xfrm>
              <a:off x="758952" y="2144521"/>
              <a:ext cx="3618394" cy="830803"/>
              <a:chOff x="190699" y="6093"/>
              <a:chExt cx="2401417" cy="1373215"/>
            </a:xfrm>
            <a:noFill/>
          </p:grpSpPr>
          <p:sp>
            <p:nvSpPr>
              <p:cNvPr id="9" name="Rectángulo: esquinas redondeadas 8">
                <a:extLst>
                  <a:ext uri="{FF2B5EF4-FFF2-40B4-BE49-F238E27FC236}">
                    <a16:creationId xmlns:a16="http://schemas.microsoft.com/office/drawing/2014/main" id="{76839AED-B11F-861E-1484-06B238AA37C9}"/>
                  </a:ext>
                </a:extLst>
              </p:cNvPr>
              <p:cNvSpPr/>
              <p:nvPr/>
            </p:nvSpPr>
            <p:spPr>
              <a:xfrm>
                <a:off x="190699" y="45005"/>
                <a:ext cx="2223839" cy="1334303"/>
              </a:xfrm>
              <a:prstGeom prst="roundRect">
                <a:avLst>
                  <a:gd name="adj" fmla="val 10000"/>
                </a:avLst>
              </a:pr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ES"/>
              </a:p>
            </p:txBody>
          </p:sp>
          <p:sp>
            <p:nvSpPr>
              <p:cNvPr id="11" name="Rectángulo: esquinas redondeadas 4">
                <a:extLst>
                  <a:ext uri="{FF2B5EF4-FFF2-40B4-BE49-F238E27FC236}">
                    <a16:creationId xmlns:a16="http://schemas.microsoft.com/office/drawing/2014/main" id="{562AB5A8-63B1-8611-E717-1D4D566937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6437" y="6093"/>
                <a:ext cx="2145679" cy="12561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5250" tIns="95250" rIns="95250" bIns="95250" numCol="1" spcCol="1270" anchor="ctr" anchorCtr="0">
                <a:noAutofit/>
              </a:bodyPr>
              <a:lstStyle/>
              <a:p>
                <a:pPr marL="0" lvl="0" indent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s-ES" sz="2500" b="1" kern="1200" dirty="0">
                    <a:solidFill>
                      <a:schemeClr val="tx1"/>
                    </a:solidFill>
                  </a:rPr>
                  <a:t>Windows Defender</a:t>
                </a:r>
                <a:endParaRPr lang="en-US" sz="2500" b="1" kern="12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2" name="Gráfico 11">
              <a:extLst>
                <a:ext uri="{FF2B5EF4-FFF2-40B4-BE49-F238E27FC236}">
                  <a16:creationId xmlns:a16="http://schemas.microsoft.com/office/drawing/2014/main" id="{F0813E46-87E4-FE14-DE46-57C531A20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2976" y="2188821"/>
              <a:ext cx="591316" cy="620882"/>
            </a:xfrm>
            <a:prstGeom prst="rect">
              <a:avLst/>
            </a:prstGeom>
          </p:spPr>
        </p:pic>
      </p:grpSp>
      <p:pic>
        <p:nvPicPr>
          <p:cNvPr id="14" name="Imagen 13" descr="Forma&#10;&#10;Descripción generada automáticamente con confianza media">
            <a:extLst>
              <a:ext uri="{FF2B5EF4-FFF2-40B4-BE49-F238E27FC236}">
                <a16:creationId xmlns:a16="http://schemas.microsoft.com/office/drawing/2014/main" id="{5901BC7F-B776-9B21-EA67-2AAE0AEDA2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6" name="Marcador de pie de página 3">
            <a:extLst>
              <a:ext uri="{FF2B5EF4-FFF2-40B4-BE49-F238E27FC236}">
                <a16:creationId xmlns:a16="http://schemas.microsoft.com/office/drawing/2014/main" id="{823071EC-D5FA-F5B3-1C07-826C7B071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677992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17859-B130-F051-36AC-8104084E6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32026EFE-5A9D-EF05-8990-EA378A5A7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FEE89A-5189-AB54-3E11-D72DD72B0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144BB0-5832-449C-314C-3A4ECC9AD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Análisis dinámico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4C326C18-1E7C-4309-F96D-299FACC45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43AC72-B6D7-4727-7436-8CED2F88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0B2C3AA-089C-B553-5D6D-A8579E548F1F}"/>
              </a:ext>
            </a:extLst>
          </p:cNvPr>
          <p:cNvSpPr/>
          <p:nvPr/>
        </p:nvSpPr>
        <p:spPr>
          <a:xfrm>
            <a:off x="758952" y="2168063"/>
            <a:ext cx="3350824" cy="807261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B98090A-71D3-D025-8D55-6D0616F88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76" y="3761571"/>
            <a:ext cx="4727714" cy="702769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16947573-5401-7FF7-AC34-AB5CE7025060}"/>
              </a:ext>
            </a:extLst>
          </p:cNvPr>
          <p:cNvGrpSpPr/>
          <p:nvPr/>
        </p:nvGrpSpPr>
        <p:grpSpPr>
          <a:xfrm>
            <a:off x="5833850" y="3888435"/>
            <a:ext cx="512258" cy="551512"/>
            <a:chOff x="2627175" y="435350"/>
            <a:chExt cx="512258" cy="551512"/>
          </a:xfrm>
        </p:grpSpPr>
        <p:sp>
          <p:nvSpPr>
            <p:cNvPr id="11" name="Flecha: a la derecha 10">
              <a:extLst>
                <a:ext uri="{FF2B5EF4-FFF2-40B4-BE49-F238E27FC236}">
                  <a16:creationId xmlns:a16="http://schemas.microsoft.com/office/drawing/2014/main" id="{40D25E3F-161F-7DB1-F832-95C2CEB481A6}"/>
                </a:ext>
              </a:extLst>
            </p:cNvPr>
            <p:cNvSpPr/>
            <p:nvPr/>
          </p:nvSpPr>
          <p:spPr>
            <a:xfrm rot="21597714">
              <a:off x="2627175" y="435350"/>
              <a:ext cx="512258" cy="55151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2" name="Flecha: a la derecha 4">
              <a:extLst>
                <a:ext uri="{FF2B5EF4-FFF2-40B4-BE49-F238E27FC236}">
                  <a16:creationId xmlns:a16="http://schemas.microsoft.com/office/drawing/2014/main" id="{18A76613-7870-55F9-4991-45C91C70309A}"/>
                </a:ext>
              </a:extLst>
            </p:cNvPr>
            <p:cNvSpPr txBox="1"/>
            <p:nvPr/>
          </p:nvSpPr>
          <p:spPr>
            <a:xfrm rot="21597714">
              <a:off x="2627175" y="545703"/>
              <a:ext cx="358581" cy="330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 dirty="0"/>
            </a:p>
          </p:txBody>
        </p: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AFB86BFD-0343-0FD9-C744-4B69F69659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" t="7372" r="62849" b="517"/>
          <a:stretch/>
        </p:blipFill>
        <p:spPr>
          <a:xfrm>
            <a:off x="8101927" y="2168064"/>
            <a:ext cx="2766098" cy="359906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6022C74-23F8-CF5E-1DFE-CCAF35E8D5C0}"/>
              </a:ext>
            </a:extLst>
          </p:cNvPr>
          <p:cNvSpPr txBox="1"/>
          <p:nvPr/>
        </p:nvSpPr>
        <p:spPr>
          <a:xfrm>
            <a:off x="682778" y="4750422"/>
            <a:ext cx="4597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(sí, realmente le pusimos ese nombre)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7FB39FD-909C-5FE1-CD73-B93DD5ADD4E4}"/>
              </a:ext>
            </a:extLst>
          </p:cNvPr>
          <p:cNvGrpSpPr/>
          <p:nvPr/>
        </p:nvGrpSpPr>
        <p:grpSpPr>
          <a:xfrm>
            <a:off x="758952" y="2144521"/>
            <a:ext cx="3618394" cy="830803"/>
            <a:chOff x="190699" y="6093"/>
            <a:chExt cx="2401417" cy="1373215"/>
          </a:xfrm>
          <a:noFill/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4C9A5575-78A8-EC50-374C-9C534AAE86B6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ángulo: esquinas redondeadas 4">
              <a:extLst>
                <a:ext uri="{FF2B5EF4-FFF2-40B4-BE49-F238E27FC236}">
                  <a16:creationId xmlns:a16="http://schemas.microsoft.com/office/drawing/2014/main" id="{A15CC729-0343-3F7C-CBE2-6DCEEFA3B119}"/>
                </a:ext>
              </a:extLst>
            </p:cNvPr>
            <p:cNvSpPr txBox="1"/>
            <p:nvPr/>
          </p:nvSpPr>
          <p:spPr>
            <a:xfrm>
              <a:off x="446437" y="6093"/>
              <a:ext cx="2145679" cy="1256143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b="1" kern="1200" dirty="0">
                  <a:solidFill>
                    <a:schemeClr val="tx1"/>
                  </a:solidFill>
                </a:rPr>
                <a:t>Windows Defender</a:t>
              </a:r>
              <a:endParaRPr lang="en-US" sz="2500" b="1" kern="12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5" name="Gráfico 24">
            <a:extLst>
              <a:ext uri="{FF2B5EF4-FFF2-40B4-BE49-F238E27FC236}">
                <a16:creationId xmlns:a16="http://schemas.microsoft.com/office/drawing/2014/main" id="{BD48897B-EB69-E11D-FAD7-4DD37AE9AE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976" y="2188821"/>
            <a:ext cx="591316" cy="620882"/>
          </a:xfrm>
          <a:prstGeom prst="rect">
            <a:avLst/>
          </a:prstGeom>
        </p:spPr>
      </p:pic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65D73D54-C34A-7C00-1CD9-9F50A52E8B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0" name="Marcador de pie de página 3">
            <a:extLst>
              <a:ext uri="{FF2B5EF4-FFF2-40B4-BE49-F238E27FC236}">
                <a16:creationId xmlns:a16="http://schemas.microsoft.com/office/drawing/2014/main" id="{0C6B7546-D640-1AD8-AA68-2691B7F1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4980442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4FB8A-C9E3-A4E8-B6B9-F61E4C659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8853D77-3A9F-4298-4989-420EF5F80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6291339-B33F-6AD1-51FE-4171171CD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71E694-826A-142A-AC58-13EDA623C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Análisis dinámico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C9A74C1F-1047-F516-FAD7-9C59388E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23B4E-3504-1CEC-D746-7242B958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42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66ACB7A-3159-A0D3-8C26-707FA39EC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62" y="3760561"/>
            <a:ext cx="3541540" cy="807261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FA6C43A7-B8EC-7E5B-7336-F025FF5B31A8}"/>
              </a:ext>
            </a:extLst>
          </p:cNvPr>
          <p:cNvGrpSpPr/>
          <p:nvPr/>
        </p:nvGrpSpPr>
        <p:grpSpPr>
          <a:xfrm>
            <a:off x="5833850" y="3888435"/>
            <a:ext cx="512258" cy="551512"/>
            <a:chOff x="2627175" y="435350"/>
            <a:chExt cx="512258" cy="551512"/>
          </a:xfrm>
        </p:grpSpPr>
        <p:sp>
          <p:nvSpPr>
            <p:cNvPr id="12" name="Flecha: a la derecha 11">
              <a:extLst>
                <a:ext uri="{FF2B5EF4-FFF2-40B4-BE49-F238E27FC236}">
                  <a16:creationId xmlns:a16="http://schemas.microsoft.com/office/drawing/2014/main" id="{7AD29E84-236D-D606-CD2F-6554CCBC164F}"/>
                </a:ext>
              </a:extLst>
            </p:cNvPr>
            <p:cNvSpPr/>
            <p:nvPr/>
          </p:nvSpPr>
          <p:spPr>
            <a:xfrm rot="21597714">
              <a:off x="2627175" y="435350"/>
              <a:ext cx="512258" cy="55151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3" name="Flecha: a la derecha 4">
              <a:extLst>
                <a:ext uri="{FF2B5EF4-FFF2-40B4-BE49-F238E27FC236}">
                  <a16:creationId xmlns:a16="http://schemas.microsoft.com/office/drawing/2014/main" id="{9D71EE02-02E4-29AD-631F-94B2D60218A7}"/>
                </a:ext>
              </a:extLst>
            </p:cNvPr>
            <p:cNvSpPr txBox="1"/>
            <p:nvPr/>
          </p:nvSpPr>
          <p:spPr>
            <a:xfrm rot="21597714">
              <a:off x="2627175" y="545703"/>
              <a:ext cx="358581" cy="330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 dirty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ABBE8A63-14D9-1C14-973E-73D994ED27C3}"/>
              </a:ext>
            </a:extLst>
          </p:cNvPr>
          <p:cNvGrpSpPr/>
          <p:nvPr/>
        </p:nvGrpSpPr>
        <p:grpSpPr>
          <a:xfrm>
            <a:off x="480125" y="2162142"/>
            <a:ext cx="4043677" cy="813182"/>
            <a:chOff x="480125" y="2162142"/>
            <a:chExt cx="4043677" cy="813182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F1C31EF3-09BC-7A96-2893-8C249BF87B7D}"/>
                </a:ext>
              </a:extLst>
            </p:cNvPr>
            <p:cNvGrpSpPr/>
            <p:nvPr/>
          </p:nvGrpSpPr>
          <p:grpSpPr>
            <a:xfrm>
              <a:off x="758952" y="2168063"/>
              <a:ext cx="3764850" cy="807261"/>
              <a:chOff x="190699" y="45005"/>
              <a:chExt cx="2641196" cy="1334303"/>
            </a:xfrm>
            <a:noFill/>
          </p:grpSpPr>
          <p:sp>
            <p:nvSpPr>
              <p:cNvPr id="7" name="Rectángulo: esquinas redondeadas 6">
                <a:extLst>
                  <a:ext uri="{FF2B5EF4-FFF2-40B4-BE49-F238E27FC236}">
                    <a16:creationId xmlns:a16="http://schemas.microsoft.com/office/drawing/2014/main" id="{9BA9A06F-31DC-75D8-7E07-9E910AE2B778}"/>
                  </a:ext>
                </a:extLst>
              </p:cNvPr>
              <p:cNvSpPr/>
              <p:nvPr/>
            </p:nvSpPr>
            <p:spPr>
              <a:xfrm>
                <a:off x="190699" y="45005"/>
                <a:ext cx="2223839" cy="1334303"/>
              </a:xfrm>
              <a:prstGeom prst="roundRect">
                <a:avLst>
                  <a:gd name="adj" fmla="val 10000"/>
                </a:avLst>
              </a:pr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Rectángulo: esquinas redondeadas 4">
                <a:extLst>
                  <a:ext uri="{FF2B5EF4-FFF2-40B4-BE49-F238E27FC236}">
                    <a16:creationId xmlns:a16="http://schemas.microsoft.com/office/drawing/2014/main" id="{69343B74-A0BA-F605-D74D-FB7E6728FAE3}"/>
                  </a:ext>
                </a:extLst>
              </p:cNvPr>
              <p:cNvSpPr txBox="1"/>
              <p:nvPr/>
            </p:nvSpPr>
            <p:spPr>
              <a:xfrm>
                <a:off x="686216" y="84084"/>
                <a:ext cx="2145679" cy="12561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5250" tIns="95250" rIns="95250" bIns="95250" numCol="1" spcCol="1270" anchor="ctr" anchorCtr="0">
                <a:noAutofit/>
              </a:bodyPr>
              <a:lstStyle/>
              <a:p>
                <a:pPr marL="0" lvl="0" indent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s-ES" sz="2500" b="1" kern="1200" dirty="0">
                    <a:solidFill>
                      <a:schemeClr val="tx1"/>
                    </a:solidFill>
                  </a:rPr>
                  <a:t>WatchGuard EP</a:t>
                </a:r>
                <a:r>
                  <a:rPr lang="es-ES" sz="2500" b="1" dirty="0">
                    <a:solidFill>
                      <a:schemeClr val="tx1"/>
                    </a:solidFill>
                  </a:rPr>
                  <a:t>D</a:t>
                </a:r>
                <a:r>
                  <a:rPr lang="es-ES" sz="2500" b="1" kern="1200" dirty="0">
                    <a:solidFill>
                      <a:schemeClr val="tx1"/>
                    </a:solidFill>
                  </a:rPr>
                  <a:t>R</a:t>
                </a:r>
                <a:endParaRPr lang="en-US" sz="2500" b="1" kern="12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0F731C3A-0B9A-1586-8A8C-15227EAF8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0125" y="2162142"/>
              <a:ext cx="1063964" cy="759974"/>
            </a:xfrm>
            <a:prstGeom prst="rect">
              <a:avLst/>
            </a:prstGeom>
          </p:spPr>
        </p:pic>
      </p:grpSp>
      <p:pic>
        <p:nvPicPr>
          <p:cNvPr id="9" name="Imagen 8" descr="Forma&#10;&#10;Descripción generada automáticamente con confianza media">
            <a:extLst>
              <a:ext uri="{FF2B5EF4-FFF2-40B4-BE49-F238E27FC236}">
                <a16:creationId xmlns:a16="http://schemas.microsoft.com/office/drawing/2014/main" id="{13A42BA6-24DA-E184-1BAD-E295D8F12C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5" name="Marcador de pie de página 3">
            <a:extLst>
              <a:ext uri="{FF2B5EF4-FFF2-40B4-BE49-F238E27FC236}">
                <a16:creationId xmlns:a16="http://schemas.microsoft.com/office/drawing/2014/main" id="{03F24724-7DF1-F617-4B3F-51F665C1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C5C53DA-2198-F078-FFEF-7B07877E5F7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" t="7372" r="62849" b="517"/>
          <a:stretch/>
        </p:blipFill>
        <p:spPr>
          <a:xfrm>
            <a:off x="8101927" y="2168064"/>
            <a:ext cx="2766098" cy="359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946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EF44-1494-261D-1541-A3F9F3B1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DD0DBE6-0371-A624-9777-AB7EE539A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B2889D-418D-E1F2-AD8D-AA63AB46D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9104C6-A49A-CCDF-0BE3-11683124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Análisis dinámico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22793B88-977E-9BAC-2F9C-9775BDC3F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313E56-9DF3-8EC6-638B-137FE99B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43</a:t>
            </a:fld>
            <a:endParaRPr 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E3DBE3F-5BC4-BBEB-BD30-18E89F6EB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597" y="3002746"/>
            <a:ext cx="2508534" cy="571797"/>
          </a:xfrm>
          <a:prstGeom prst="rect">
            <a:avLst/>
          </a:prstGeom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C5B92792-3986-AD16-9970-EDFA2F5FB639}"/>
              </a:ext>
            </a:extLst>
          </p:cNvPr>
          <p:cNvGrpSpPr/>
          <p:nvPr/>
        </p:nvGrpSpPr>
        <p:grpSpPr>
          <a:xfrm rot="10800000">
            <a:off x="6081716" y="4638182"/>
            <a:ext cx="512258" cy="551512"/>
            <a:chOff x="2627175" y="435350"/>
            <a:chExt cx="512258" cy="551512"/>
          </a:xfrm>
        </p:grpSpPr>
        <p:sp>
          <p:nvSpPr>
            <p:cNvPr id="19" name="Flecha: a la derecha 18">
              <a:extLst>
                <a:ext uri="{FF2B5EF4-FFF2-40B4-BE49-F238E27FC236}">
                  <a16:creationId xmlns:a16="http://schemas.microsoft.com/office/drawing/2014/main" id="{17316910-28DC-8217-DC68-9005B45A14E1}"/>
                </a:ext>
              </a:extLst>
            </p:cNvPr>
            <p:cNvSpPr/>
            <p:nvPr/>
          </p:nvSpPr>
          <p:spPr>
            <a:xfrm rot="21597714">
              <a:off x="2627175" y="435350"/>
              <a:ext cx="512258" cy="55151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Flecha: a la derecha 4">
              <a:extLst>
                <a:ext uri="{FF2B5EF4-FFF2-40B4-BE49-F238E27FC236}">
                  <a16:creationId xmlns:a16="http://schemas.microsoft.com/office/drawing/2014/main" id="{0C875476-335D-01CF-4261-140BC335B8D9}"/>
                </a:ext>
              </a:extLst>
            </p:cNvPr>
            <p:cNvSpPr txBox="1"/>
            <p:nvPr/>
          </p:nvSpPr>
          <p:spPr>
            <a:xfrm rot="21597714">
              <a:off x="2627175" y="545703"/>
              <a:ext cx="358581" cy="330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 dirty="0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DB9A8CBA-5059-B5A0-149B-A631CE7BA296}"/>
              </a:ext>
            </a:extLst>
          </p:cNvPr>
          <p:cNvGrpSpPr/>
          <p:nvPr/>
        </p:nvGrpSpPr>
        <p:grpSpPr>
          <a:xfrm>
            <a:off x="6112034" y="3012889"/>
            <a:ext cx="512258" cy="551512"/>
            <a:chOff x="2627175" y="435350"/>
            <a:chExt cx="512258" cy="551512"/>
          </a:xfrm>
        </p:grpSpPr>
        <p:sp>
          <p:nvSpPr>
            <p:cNvPr id="22" name="Flecha: a la derecha 21">
              <a:extLst>
                <a:ext uri="{FF2B5EF4-FFF2-40B4-BE49-F238E27FC236}">
                  <a16:creationId xmlns:a16="http://schemas.microsoft.com/office/drawing/2014/main" id="{6477097E-767E-58E0-1E7F-C1AC19EE4EB1}"/>
                </a:ext>
              </a:extLst>
            </p:cNvPr>
            <p:cNvSpPr/>
            <p:nvPr/>
          </p:nvSpPr>
          <p:spPr>
            <a:xfrm rot="21597714">
              <a:off x="2627175" y="435350"/>
              <a:ext cx="512258" cy="55151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Flecha: a la derecha 4">
              <a:extLst>
                <a:ext uri="{FF2B5EF4-FFF2-40B4-BE49-F238E27FC236}">
                  <a16:creationId xmlns:a16="http://schemas.microsoft.com/office/drawing/2014/main" id="{A8017616-5C00-21AC-C601-D39BE329906D}"/>
                </a:ext>
              </a:extLst>
            </p:cNvPr>
            <p:cNvSpPr txBox="1"/>
            <p:nvPr/>
          </p:nvSpPr>
          <p:spPr>
            <a:xfrm rot="21597714">
              <a:off x="2627175" y="545703"/>
              <a:ext cx="358581" cy="330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 dirty="0"/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12E7E849-AFF7-B3F8-590F-F135E5C0AD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053" t="67409" b="14445"/>
          <a:stretch/>
        </p:blipFill>
        <p:spPr>
          <a:xfrm>
            <a:off x="1635943" y="4250806"/>
            <a:ext cx="3833524" cy="132616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E059C0B-DB8F-F1A2-9FC0-A04B1B1EF9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60" r="65245" b="2768"/>
          <a:stretch/>
        </p:blipFill>
        <p:spPr>
          <a:xfrm>
            <a:off x="7665944" y="2348926"/>
            <a:ext cx="2482124" cy="339981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1D00C09-8FA0-116F-08F6-062F014A39A7}"/>
              </a:ext>
            </a:extLst>
          </p:cNvPr>
          <p:cNvSpPr txBox="1"/>
          <p:nvPr/>
        </p:nvSpPr>
        <p:spPr>
          <a:xfrm>
            <a:off x="2615671" y="5456356"/>
            <a:ext cx="1874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rgbClr val="FF0000"/>
                </a:solidFill>
              </a:rPr>
              <a:t>???????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8D46BA7-79DC-A8F3-D2C6-217745FF766F}"/>
              </a:ext>
            </a:extLst>
          </p:cNvPr>
          <p:cNvGrpSpPr/>
          <p:nvPr/>
        </p:nvGrpSpPr>
        <p:grpSpPr>
          <a:xfrm>
            <a:off x="403642" y="2168063"/>
            <a:ext cx="2597544" cy="807261"/>
            <a:chOff x="403642" y="2168063"/>
            <a:chExt cx="2597544" cy="80726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C572D3E-B39E-F848-1F9B-7CE96D8089DB}"/>
                </a:ext>
              </a:extLst>
            </p:cNvPr>
            <p:cNvGrpSpPr/>
            <p:nvPr/>
          </p:nvGrpSpPr>
          <p:grpSpPr>
            <a:xfrm>
              <a:off x="758952" y="2168063"/>
              <a:ext cx="2242234" cy="807261"/>
              <a:chOff x="190699" y="45005"/>
              <a:chExt cx="2512976" cy="1334303"/>
            </a:xfrm>
            <a:noFill/>
          </p:grpSpPr>
          <p:sp>
            <p:nvSpPr>
              <p:cNvPr id="7" name="Rectángulo: esquinas redondeadas 6">
                <a:extLst>
                  <a:ext uri="{FF2B5EF4-FFF2-40B4-BE49-F238E27FC236}">
                    <a16:creationId xmlns:a16="http://schemas.microsoft.com/office/drawing/2014/main" id="{61741661-DE6C-5649-B0EB-D48348043B6C}"/>
                  </a:ext>
                </a:extLst>
              </p:cNvPr>
              <p:cNvSpPr/>
              <p:nvPr/>
            </p:nvSpPr>
            <p:spPr>
              <a:xfrm>
                <a:off x="190699" y="45005"/>
                <a:ext cx="2223839" cy="1334303"/>
              </a:xfrm>
              <a:prstGeom prst="roundRect">
                <a:avLst>
                  <a:gd name="adj" fmla="val 10000"/>
                </a:avLst>
              </a:pr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Rectángulo: esquinas redondeadas 4">
                <a:extLst>
                  <a:ext uri="{FF2B5EF4-FFF2-40B4-BE49-F238E27FC236}">
                    <a16:creationId xmlns:a16="http://schemas.microsoft.com/office/drawing/2014/main" id="{C80D4585-34B5-AFEF-9A98-83485314224A}"/>
                  </a:ext>
                </a:extLst>
              </p:cNvPr>
              <p:cNvSpPr txBox="1"/>
              <p:nvPr/>
            </p:nvSpPr>
            <p:spPr>
              <a:xfrm>
                <a:off x="557997" y="120475"/>
                <a:ext cx="2145678" cy="12561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5250" tIns="95250" rIns="95250" bIns="95250" numCol="1" spcCol="1270" anchor="ctr" anchorCtr="0">
                <a:noAutofit/>
              </a:bodyPr>
              <a:lstStyle/>
              <a:p>
                <a:pPr marL="0" lvl="0" indent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s-ES" sz="2500" b="1" dirty="0" err="1">
                    <a:solidFill>
                      <a:schemeClr val="tx1"/>
                    </a:solidFill>
                  </a:rPr>
                  <a:t>Elastic</a:t>
                </a:r>
                <a:r>
                  <a:rPr lang="es-ES" sz="2500" b="1" dirty="0">
                    <a:solidFill>
                      <a:schemeClr val="tx1"/>
                    </a:solidFill>
                  </a:rPr>
                  <a:t> EDR</a:t>
                </a:r>
                <a:endParaRPr lang="en-US" sz="2500" b="1" kern="12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276A851A-B52E-7F2A-DD02-22FACD83B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3642" y="2215939"/>
              <a:ext cx="698428" cy="698428"/>
            </a:xfrm>
            <a:prstGeom prst="rect">
              <a:avLst/>
            </a:prstGeom>
          </p:spPr>
        </p:pic>
      </p:grpSp>
      <p:pic>
        <p:nvPicPr>
          <p:cNvPr id="13" name="Imagen 12" descr="Forma&#10;&#10;Descripción generada automáticamente con confianza media">
            <a:extLst>
              <a:ext uri="{FF2B5EF4-FFF2-40B4-BE49-F238E27FC236}">
                <a16:creationId xmlns:a16="http://schemas.microsoft.com/office/drawing/2014/main" id="{B46D40D0-B012-0F19-136E-0FBB74616A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4" name="Marcador de pie de página 3">
            <a:extLst>
              <a:ext uri="{FF2B5EF4-FFF2-40B4-BE49-F238E27FC236}">
                <a16:creationId xmlns:a16="http://schemas.microsoft.com/office/drawing/2014/main" id="{A06F7289-944D-1085-F422-304C5632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27177849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7E03D-652A-2A92-7F6A-6A4011236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5185947-D6CF-E26C-4867-8C59D31F2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D28D1A6-1293-2495-A6DB-F7752446E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949010-D9DD-80AB-399C-2935AC3B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Análisis dinámico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B5658EE6-BD02-4FB5-BA31-DDFB6FEB3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2C52A7D-E518-FBB4-A8BA-088DC86AC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44</a:t>
            </a:fld>
            <a:endParaRPr 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EF3A96B-4012-CAC0-A631-4A0EAB7EE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23924"/>
            <a:ext cx="2508534" cy="571797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39A164DB-A028-4DD1-6179-C53B12829B39}"/>
              </a:ext>
            </a:extLst>
          </p:cNvPr>
          <p:cNvGrpSpPr/>
          <p:nvPr/>
        </p:nvGrpSpPr>
        <p:grpSpPr>
          <a:xfrm>
            <a:off x="4590288" y="4044038"/>
            <a:ext cx="512258" cy="551512"/>
            <a:chOff x="2627175" y="435350"/>
            <a:chExt cx="512258" cy="551512"/>
          </a:xfrm>
        </p:grpSpPr>
        <p:sp>
          <p:nvSpPr>
            <p:cNvPr id="22" name="Flecha: a la derecha 21">
              <a:extLst>
                <a:ext uri="{FF2B5EF4-FFF2-40B4-BE49-F238E27FC236}">
                  <a16:creationId xmlns:a16="http://schemas.microsoft.com/office/drawing/2014/main" id="{01CABEE5-EBFD-D474-5151-7A5A9D3297C0}"/>
                </a:ext>
              </a:extLst>
            </p:cNvPr>
            <p:cNvSpPr/>
            <p:nvPr/>
          </p:nvSpPr>
          <p:spPr>
            <a:xfrm rot="21597714">
              <a:off x="2627175" y="435350"/>
              <a:ext cx="512258" cy="55151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Flecha: a la derecha 4">
              <a:extLst>
                <a:ext uri="{FF2B5EF4-FFF2-40B4-BE49-F238E27FC236}">
                  <a16:creationId xmlns:a16="http://schemas.microsoft.com/office/drawing/2014/main" id="{BBB55E05-7BB8-C0C6-570C-8ECC7C3BEF4F}"/>
                </a:ext>
              </a:extLst>
            </p:cNvPr>
            <p:cNvSpPr txBox="1"/>
            <p:nvPr/>
          </p:nvSpPr>
          <p:spPr>
            <a:xfrm rot="21597714">
              <a:off x="2627175" y="545703"/>
              <a:ext cx="358581" cy="330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 dirty="0"/>
            </a:p>
          </p:txBody>
        </p:sp>
      </p:grpSp>
      <p:pic>
        <p:nvPicPr>
          <p:cNvPr id="8" name="Imagen 7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BE6C837A-E51F-B989-D910-15D6CAD4F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835" y="3145290"/>
            <a:ext cx="4765115" cy="2349009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1656BC4-31E5-C575-03AE-38F1151811A9}"/>
              </a:ext>
            </a:extLst>
          </p:cNvPr>
          <p:cNvSpPr/>
          <p:nvPr/>
        </p:nvSpPr>
        <p:spPr>
          <a:xfrm>
            <a:off x="843447" y="2193784"/>
            <a:ext cx="1915422" cy="807261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0A49B26E-580C-AB3F-63DE-EFE4A3C931DA}"/>
              </a:ext>
            </a:extLst>
          </p:cNvPr>
          <p:cNvGrpSpPr/>
          <p:nvPr/>
        </p:nvGrpSpPr>
        <p:grpSpPr>
          <a:xfrm>
            <a:off x="233188" y="2082437"/>
            <a:ext cx="2586933" cy="896411"/>
            <a:chOff x="233188" y="2082437"/>
            <a:chExt cx="2586933" cy="896411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58C12113-E539-EAC7-4776-6A16490A9262}"/>
                </a:ext>
              </a:extLst>
            </p:cNvPr>
            <p:cNvGrpSpPr/>
            <p:nvPr/>
          </p:nvGrpSpPr>
          <p:grpSpPr>
            <a:xfrm>
              <a:off x="602604" y="2082437"/>
              <a:ext cx="2217517" cy="896411"/>
              <a:chOff x="190699" y="45005"/>
              <a:chExt cx="2574576" cy="1481656"/>
            </a:xfrm>
            <a:noFill/>
          </p:grpSpPr>
          <p:sp>
            <p:nvSpPr>
              <p:cNvPr id="17" name="Rectángulo: esquinas redondeadas 16">
                <a:extLst>
                  <a:ext uri="{FF2B5EF4-FFF2-40B4-BE49-F238E27FC236}">
                    <a16:creationId xmlns:a16="http://schemas.microsoft.com/office/drawing/2014/main" id="{78180519-782A-8979-D756-DA1BDC320326}"/>
                  </a:ext>
                </a:extLst>
              </p:cNvPr>
              <p:cNvSpPr/>
              <p:nvPr/>
            </p:nvSpPr>
            <p:spPr>
              <a:xfrm>
                <a:off x="190699" y="45005"/>
                <a:ext cx="2223839" cy="1334303"/>
              </a:xfrm>
              <a:prstGeom prst="roundRect">
                <a:avLst>
                  <a:gd name="adj" fmla="val 10000"/>
                </a:avLst>
              </a:pr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ES"/>
              </a:p>
            </p:txBody>
          </p:sp>
          <p:sp>
            <p:nvSpPr>
              <p:cNvPr id="24" name="Rectángulo: esquinas redondeadas 4">
                <a:extLst>
                  <a:ext uri="{FF2B5EF4-FFF2-40B4-BE49-F238E27FC236}">
                    <a16:creationId xmlns:a16="http://schemas.microsoft.com/office/drawing/2014/main" id="{47B637C2-2822-F084-5C2D-FEEE249A7563}"/>
                  </a:ext>
                </a:extLst>
              </p:cNvPr>
              <p:cNvSpPr txBox="1"/>
              <p:nvPr/>
            </p:nvSpPr>
            <p:spPr>
              <a:xfrm>
                <a:off x="619596" y="270518"/>
                <a:ext cx="2145679" cy="12561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5250" tIns="95250" rIns="95250" bIns="95250" numCol="1" spcCol="1270" anchor="ctr" anchorCtr="0">
                <a:noAutofit/>
              </a:bodyPr>
              <a:lstStyle/>
              <a:p>
                <a:pPr marL="0" lvl="0" indent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s-ES" sz="2500" b="1" dirty="0" err="1">
                    <a:solidFill>
                      <a:schemeClr val="tx1"/>
                    </a:solidFill>
                  </a:rPr>
                  <a:t>Cynet</a:t>
                </a:r>
                <a:r>
                  <a:rPr lang="es-ES" sz="2500" b="1" dirty="0">
                    <a:solidFill>
                      <a:schemeClr val="tx1"/>
                    </a:solidFill>
                  </a:rPr>
                  <a:t> EDR</a:t>
                </a:r>
                <a:endParaRPr lang="en-US" sz="2500" b="1" kern="12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25" name="Imagen 24" descr="Logotipo&#10;&#10;Descripción generada automáticamente con confianza media">
              <a:extLst>
                <a:ext uri="{FF2B5EF4-FFF2-40B4-BE49-F238E27FC236}">
                  <a16:creationId xmlns:a16="http://schemas.microsoft.com/office/drawing/2014/main" id="{31C3A489-7628-7DE3-F089-47A408E5DB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70044" b="-3166"/>
            <a:stretch/>
          </p:blipFill>
          <p:spPr>
            <a:xfrm>
              <a:off x="233188" y="2279350"/>
              <a:ext cx="738831" cy="636127"/>
            </a:xfrm>
            <a:prstGeom prst="rect">
              <a:avLst/>
            </a:prstGeom>
          </p:spPr>
        </p:pic>
      </p:grpSp>
      <p:pic>
        <p:nvPicPr>
          <p:cNvPr id="6" name="Imagen 5" descr="Forma&#10;&#10;Descripción generada automáticamente con confianza media">
            <a:extLst>
              <a:ext uri="{FF2B5EF4-FFF2-40B4-BE49-F238E27FC236}">
                <a16:creationId xmlns:a16="http://schemas.microsoft.com/office/drawing/2014/main" id="{6413D84E-C3FB-9F71-B71D-8094CB0D3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7" name="Marcador de pie de página 3">
            <a:extLst>
              <a:ext uri="{FF2B5EF4-FFF2-40B4-BE49-F238E27FC236}">
                <a16:creationId xmlns:a16="http://schemas.microsoft.com/office/drawing/2014/main" id="{920F9174-9BB4-96BA-C731-A1DD653D8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25392814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57" name="Straight Connector 45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4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49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2D1197-C9E1-96BD-6C23-07884B342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667" y="2578629"/>
            <a:ext cx="4370833" cy="17007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i="1" kern="1200" spc="1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Reducción</a:t>
            </a:r>
            <a:r>
              <a:rPr lang="en-US" sz="5400" i="1" kern="1200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5400" i="1" kern="1200" spc="1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detectabilidad</a:t>
            </a:r>
            <a:endParaRPr lang="en-US" sz="5400" i="1" kern="1200" spc="1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50254F-1FE9-F61F-56B3-B2BF2AF5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1" y="6007608"/>
            <a:ext cx="3668193" cy="36512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Infostealers are dead... Long live infostealers!  </a:t>
            </a:r>
            <a:r>
              <a:rPr lang="en-US" kern="1200" spc="50" baseline="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AsturCON</a:t>
            </a:r>
            <a:r>
              <a:rPr lang="en-US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2024</a:t>
            </a:r>
          </a:p>
        </p:txBody>
      </p:sp>
      <p:sp>
        <p:nvSpPr>
          <p:cNvPr id="61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25FB3A-1738-AC16-24AF-5D42A280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 vert="horz" lIns="45720" tIns="45720" rIns="4572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45</a:t>
            </a:fld>
            <a:endParaRPr lang="en-US" dirty="0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DEE2E35A-A4AC-9214-C946-9243F8B63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303350"/>
              </p:ext>
            </p:extLst>
          </p:nvPr>
        </p:nvGraphicFramePr>
        <p:xfrm>
          <a:off x="6280566" y="1482504"/>
          <a:ext cx="5138767" cy="3892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BC753FAA-6FDD-300D-8009-BD336797F2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330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C# API -&gt; Windows API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46</a:t>
            </a:fld>
            <a:endParaRPr lang="en-US"/>
          </a:p>
        </p:txBody>
      </p:sp>
      <p:pic>
        <p:nvPicPr>
          <p:cNvPr id="6" name="Imagen 5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1F0171DD-301B-10BA-0440-3FBC61D8A0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7" r="50000" b="7637"/>
          <a:stretch/>
        </p:blipFill>
        <p:spPr bwMode="auto">
          <a:xfrm>
            <a:off x="1567562" y="2587443"/>
            <a:ext cx="9050777" cy="278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8A475165-C825-E1F7-CEBB-89D1263E7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7" name="Marcador de pie de página 3">
            <a:extLst>
              <a:ext uri="{FF2B5EF4-FFF2-40B4-BE49-F238E27FC236}">
                <a16:creationId xmlns:a16="http://schemas.microsoft.com/office/drawing/2014/main" id="{B3EC86E1-56BE-4BEE-D607-15166AC1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29429399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C# API -&gt; NTDLL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47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A9C9F64-6F32-521A-64ED-860DDB2EE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132" y="2649216"/>
            <a:ext cx="9137637" cy="2665144"/>
          </a:xfrm>
          <a:prstGeom prst="rect">
            <a:avLst/>
          </a:prstGeom>
        </p:spPr>
      </p:pic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D9014676-34BC-3021-DF96-2B7B4AF3F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6" name="Marcador de pie de página 3">
            <a:extLst>
              <a:ext uri="{FF2B5EF4-FFF2-40B4-BE49-F238E27FC236}">
                <a16:creationId xmlns:a16="http://schemas.microsoft.com/office/drawing/2014/main" id="{09B5A61A-317A-A0A4-306F-587EB1F0A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6981056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9090-E58F-6847-9730-6FE86C44A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0BAB23B-D0EC-EE09-F6FF-832399810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2519D6A-E03A-3D79-9FF4-7346A9A68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8175B5-DB31-19A2-AD24-D1A76524D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Pensemos…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2B5E1348-3267-904E-1923-D284B706A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A10CE6-F17F-74BD-EC92-B9A97714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48</a:t>
            </a:fld>
            <a:endParaRPr lang="en-US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E0A5C5F-1A31-4726-1B9A-7FFE895CFF10}"/>
              </a:ext>
            </a:extLst>
          </p:cNvPr>
          <p:cNvGrpSpPr/>
          <p:nvPr/>
        </p:nvGrpSpPr>
        <p:grpSpPr>
          <a:xfrm>
            <a:off x="1407882" y="3015128"/>
            <a:ext cx="2223839" cy="1334303"/>
            <a:chOff x="190699" y="45005"/>
            <a:chExt cx="2223839" cy="1334303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D2930D7D-1D60-7825-E8AA-40614D9A255F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8" name="Rectángulo: esquinas redondeadas 4">
              <a:extLst>
                <a:ext uri="{FF2B5EF4-FFF2-40B4-BE49-F238E27FC236}">
                  <a16:creationId xmlns:a16="http://schemas.microsoft.com/office/drawing/2014/main" id="{9AE93E8B-A1ED-F133-9901-5BFBF189FE54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kern="1200" dirty="0"/>
                <a:t>Firmas estáticas: OK</a:t>
              </a:r>
              <a:endParaRPr lang="en-US" sz="2500" kern="1200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EC935568-2402-0369-4028-36B331D98740}"/>
              </a:ext>
            </a:extLst>
          </p:cNvPr>
          <p:cNvGrpSpPr/>
          <p:nvPr/>
        </p:nvGrpSpPr>
        <p:grpSpPr>
          <a:xfrm>
            <a:off x="3959786" y="3406523"/>
            <a:ext cx="512258" cy="551512"/>
            <a:chOff x="2627175" y="435350"/>
            <a:chExt cx="512258" cy="551512"/>
          </a:xfrm>
        </p:grpSpPr>
        <p:sp>
          <p:nvSpPr>
            <p:cNvPr id="10" name="Flecha: a la derecha 9">
              <a:extLst>
                <a:ext uri="{FF2B5EF4-FFF2-40B4-BE49-F238E27FC236}">
                  <a16:creationId xmlns:a16="http://schemas.microsoft.com/office/drawing/2014/main" id="{1F87EEFD-F7DB-244A-2C96-05F8FEEEB07E}"/>
                </a:ext>
              </a:extLst>
            </p:cNvPr>
            <p:cNvSpPr/>
            <p:nvPr/>
          </p:nvSpPr>
          <p:spPr>
            <a:xfrm rot="21597714">
              <a:off x="2627175" y="435350"/>
              <a:ext cx="512258" cy="55151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1" name="Flecha: a la derecha 4">
              <a:extLst>
                <a:ext uri="{FF2B5EF4-FFF2-40B4-BE49-F238E27FC236}">
                  <a16:creationId xmlns:a16="http://schemas.microsoft.com/office/drawing/2014/main" id="{382F4D3C-9C0B-6919-97FA-73B30013FBB9}"/>
                </a:ext>
              </a:extLst>
            </p:cNvPr>
            <p:cNvSpPr txBox="1"/>
            <p:nvPr/>
          </p:nvSpPr>
          <p:spPr>
            <a:xfrm rot="21597714">
              <a:off x="2627175" y="545703"/>
              <a:ext cx="358581" cy="330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3889BF3-E41F-B2C0-6456-336C0AA7E82B}"/>
              </a:ext>
            </a:extLst>
          </p:cNvPr>
          <p:cNvGrpSpPr/>
          <p:nvPr/>
        </p:nvGrpSpPr>
        <p:grpSpPr>
          <a:xfrm>
            <a:off x="4800109" y="3054208"/>
            <a:ext cx="2223839" cy="1334303"/>
            <a:chOff x="190699" y="45005"/>
            <a:chExt cx="2223839" cy="1334303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655A887E-186A-25E2-9CE6-6A7A99CA7397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4" name="Rectángulo: esquinas redondeadas 4">
              <a:extLst>
                <a:ext uri="{FF2B5EF4-FFF2-40B4-BE49-F238E27FC236}">
                  <a16:creationId xmlns:a16="http://schemas.microsoft.com/office/drawing/2014/main" id="{BBF2253C-41AF-BAD8-3124-1C019B6B4F07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kern="1200" dirty="0" err="1"/>
                <a:t>APIs</a:t>
              </a:r>
              <a:r>
                <a:rPr lang="es-ES" sz="2500" kern="1200" dirty="0"/>
                <a:t>: sin </a:t>
              </a:r>
              <a:r>
                <a:rPr lang="es-ES" sz="2500" kern="1200" dirty="0" err="1"/>
                <a:t>infuencia</a:t>
              </a:r>
              <a:endParaRPr lang="en-US" sz="2500" kern="1200" dirty="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A0035538-2CD2-6D67-811B-3E603E766C78}"/>
              </a:ext>
            </a:extLst>
          </p:cNvPr>
          <p:cNvGrpSpPr/>
          <p:nvPr/>
        </p:nvGrpSpPr>
        <p:grpSpPr>
          <a:xfrm>
            <a:off x="7351829" y="3445603"/>
            <a:ext cx="512258" cy="551512"/>
            <a:chOff x="2627175" y="435350"/>
            <a:chExt cx="512258" cy="551512"/>
          </a:xfrm>
        </p:grpSpPr>
        <p:sp>
          <p:nvSpPr>
            <p:cNvPr id="19" name="Flecha: a la derecha 18">
              <a:extLst>
                <a:ext uri="{FF2B5EF4-FFF2-40B4-BE49-F238E27FC236}">
                  <a16:creationId xmlns:a16="http://schemas.microsoft.com/office/drawing/2014/main" id="{F2D4ABF0-B2DD-DEBA-B042-0E87E8626080}"/>
                </a:ext>
              </a:extLst>
            </p:cNvPr>
            <p:cNvSpPr/>
            <p:nvPr/>
          </p:nvSpPr>
          <p:spPr>
            <a:xfrm rot="21597714">
              <a:off x="2627175" y="435350"/>
              <a:ext cx="512258" cy="55151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Flecha: a la derecha 4">
              <a:extLst>
                <a:ext uri="{FF2B5EF4-FFF2-40B4-BE49-F238E27FC236}">
                  <a16:creationId xmlns:a16="http://schemas.microsoft.com/office/drawing/2014/main" id="{D6E2EBAA-F249-E7AB-0B7F-EE002927C280}"/>
                </a:ext>
              </a:extLst>
            </p:cNvPr>
            <p:cNvSpPr txBox="1"/>
            <p:nvPr/>
          </p:nvSpPr>
          <p:spPr>
            <a:xfrm rot="21597714">
              <a:off x="2627175" y="545703"/>
              <a:ext cx="358581" cy="330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 dirty="0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711DEBE-19B5-927D-7F80-94CB68411004}"/>
              </a:ext>
            </a:extLst>
          </p:cNvPr>
          <p:cNvGrpSpPr/>
          <p:nvPr/>
        </p:nvGrpSpPr>
        <p:grpSpPr>
          <a:xfrm>
            <a:off x="8191968" y="3048277"/>
            <a:ext cx="2223839" cy="1334303"/>
            <a:chOff x="190699" y="45005"/>
            <a:chExt cx="2223839" cy="1334303"/>
          </a:xfrm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1F8B67C7-4626-B543-66B3-EE2C2DF41743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Rectángulo: esquinas redondeadas 4">
              <a:extLst>
                <a:ext uri="{FF2B5EF4-FFF2-40B4-BE49-F238E27FC236}">
                  <a16:creationId xmlns:a16="http://schemas.microsoft.com/office/drawing/2014/main" id="{C0EC518D-B9F6-0C86-FBEB-3A17C508D5EE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kern="1200" dirty="0"/>
                <a:t>Operaciones </a:t>
              </a:r>
              <a:r>
                <a:rPr lang="es-ES" sz="2500" kern="1200" dirty="0" err="1"/>
                <a:t>crypto</a:t>
              </a:r>
              <a:r>
                <a:rPr lang="es-ES" sz="2500" kern="1200" dirty="0"/>
                <a:t>: sin influencia</a:t>
              </a:r>
              <a:endParaRPr lang="en-US" sz="2500" kern="12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6C4909D4-D79A-FA41-E8EC-34CBB8FF3D53}"/>
              </a:ext>
            </a:extLst>
          </p:cNvPr>
          <p:cNvGrpSpPr/>
          <p:nvPr/>
        </p:nvGrpSpPr>
        <p:grpSpPr>
          <a:xfrm>
            <a:off x="518109" y="4841038"/>
            <a:ext cx="11265902" cy="807261"/>
            <a:chOff x="190699" y="45005"/>
            <a:chExt cx="2223839" cy="1334303"/>
          </a:xfrm>
          <a:noFill/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034AEFEB-7BDD-56D2-C452-44637CD82B35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9" name="Rectángulo: esquinas redondeadas 4">
              <a:extLst>
                <a:ext uri="{FF2B5EF4-FFF2-40B4-BE49-F238E27FC236}">
                  <a16:creationId xmlns:a16="http://schemas.microsoft.com/office/drawing/2014/main" id="{449CB38F-7A93-AAA7-01C3-043A56FE97F3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b="1" kern="1200" dirty="0">
                  <a:solidFill>
                    <a:srgbClr val="FF0000"/>
                  </a:solidFill>
                </a:rPr>
                <a:t>La detección se hace en base a las operaciones con los ficheros de los navegadores: acceso, lectura…</a:t>
              </a:r>
              <a:endParaRPr lang="en-US" sz="2500" b="1" kern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78BEC42D-C928-9A07-8E71-99F0A762670C}"/>
              </a:ext>
            </a:extLst>
          </p:cNvPr>
          <p:cNvSpPr/>
          <p:nvPr/>
        </p:nvSpPr>
        <p:spPr>
          <a:xfrm>
            <a:off x="758952" y="2168063"/>
            <a:ext cx="1915422" cy="807261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2142A46F-74BD-6974-AEF1-55FF7FE376A6}"/>
              </a:ext>
            </a:extLst>
          </p:cNvPr>
          <p:cNvGrpSpPr/>
          <p:nvPr/>
        </p:nvGrpSpPr>
        <p:grpSpPr>
          <a:xfrm>
            <a:off x="233188" y="2082437"/>
            <a:ext cx="2586933" cy="896411"/>
            <a:chOff x="233188" y="2082437"/>
            <a:chExt cx="2586933" cy="896411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CB45CC05-A128-C417-E2B2-D2AD812C80A9}"/>
                </a:ext>
              </a:extLst>
            </p:cNvPr>
            <p:cNvGrpSpPr/>
            <p:nvPr/>
          </p:nvGrpSpPr>
          <p:grpSpPr>
            <a:xfrm>
              <a:off x="602604" y="2082437"/>
              <a:ext cx="2217517" cy="896411"/>
              <a:chOff x="190699" y="45005"/>
              <a:chExt cx="2574576" cy="1481656"/>
            </a:xfrm>
            <a:noFill/>
          </p:grpSpPr>
          <p:sp>
            <p:nvSpPr>
              <p:cNvPr id="30" name="Rectángulo: esquinas redondeadas 29">
                <a:extLst>
                  <a:ext uri="{FF2B5EF4-FFF2-40B4-BE49-F238E27FC236}">
                    <a16:creationId xmlns:a16="http://schemas.microsoft.com/office/drawing/2014/main" id="{6927CEF3-0D0F-D77F-666F-BD849E536B04}"/>
                  </a:ext>
                </a:extLst>
              </p:cNvPr>
              <p:cNvSpPr/>
              <p:nvPr/>
            </p:nvSpPr>
            <p:spPr>
              <a:xfrm>
                <a:off x="190699" y="45005"/>
                <a:ext cx="2223839" cy="1334303"/>
              </a:xfrm>
              <a:prstGeom prst="roundRect">
                <a:avLst>
                  <a:gd name="adj" fmla="val 10000"/>
                </a:avLst>
              </a:pr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ES"/>
              </a:p>
            </p:txBody>
          </p:sp>
          <p:sp>
            <p:nvSpPr>
              <p:cNvPr id="32" name="Rectángulo: esquinas redondeadas 4">
                <a:extLst>
                  <a:ext uri="{FF2B5EF4-FFF2-40B4-BE49-F238E27FC236}">
                    <a16:creationId xmlns:a16="http://schemas.microsoft.com/office/drawing/2014/main" id="{317B3B82-84E4-DBBB-B892-B415446C22EA}"/>
                  </a:ext>
                </a:extLst>
              </p:cNvPr>
              <p:cNvSpPr txBox="1"/>
              <p:nvPr/>
            </p:nvSpPr>
            <p:spPr>
              <a:xfrm>
                <a:off x="619596" y="270518"/>
                <a:ext cx="2145679" cy="12561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5250" tIns="95250" rIns="95250" bIns="95250" numCol="1" spcCol="1270" anchor="ctr" anchorCtr="0">
                <a:noAutofit/>
              </a:bodyPr>
              <a:lstStyle/>
              <a:p>
                <a:pPr marL="0" lvl="0" indent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s-ES" sz="2500" b="1" dirty="0" err="1">
                    <a:solidFill>
                      <a:schemeClr val="tx1"/>
                    </a:solidFill>
                  </a:rPr>
                  <a:t>Cynet</a:t>
                </a:r>
                <a:r>
                  <a:rPr lang="es-ES" sz="2500" b="1" dirty="0">
                    <a:solidFill>
                      <a:schemeClr val="tx1"/>
                    </a:solidFill>
                  </a:rPr>
                  <a:t> EDR</a:t>
                </a:r>
                <a:endParaRPr lang="en-US" sz="2500" b="1" kern="12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26" name="Imagen 25" descr="Logotipo&#10;&#10;Descripción generada automáticamente con confianza media">
              <a:extLst>
                <a:ext uri="{FF2B5EF4-FFF2-40B4-BE49-F238E27FC236}">
                  <a16:creationId xmlns:a16="http://schemas.microsoft.com/office/drawing/2014/main" id="{2E1EB848-2B34-246D-4F0E-CA3C80D7A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70044" b="-3166"/>
            <a:stretch/>
          </p:blipFill>
          <p:spPr>
            <a:xfrm>
              <a:off x="233188" y="2279350"/>
              <a:ext cx="738831" cy="636127"/>
            </a:xfrm>
            <a:prstGeom prst="rect">
              <a:avLst/>
            </a:prstGeom>
          </p:spPr>
        </p:pic>
      </p:grpSp>
      <p:pic>
        <p:nvPicPr>
          <p:cNvPr id="33" name="Imagen 32" descr="Forma&#10;&#10;Descripción generada automáticamente con confianza media">
            <a:extLst>
              <a:ext uri="{FF2B5EF4-FFF2-40B4-BE49-F238E27FC236}">
                <a16:creationId xmlns:a16="http://schemas.microsoft.com/office/drawing/2014/main" id="{D863C018-58D8-C861-FED6-CC0F490B3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34" name="Marcador de pie de página 3">
            <a:extLst>
              <a:ext uri="{FF2B5EF4-FFF2-40B4-BE49-F238E27FC236}">
                <a16:creationId xmlns:a16="http://schemas.microsoft.com/office/drawing/2014/main" id="{7B2BA4D3-F7C1-1DA3-4C7F-C68935637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10844806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Análisis de aplicaciones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49</a:t>
            </a:fld>
            <a:endParaRPr lang="en-US"/>
          </a:p>
        </p:txBody>
      </p:sp>
      <p:pic>
        <p:nvPicPr>
          <p:cNvPr id="6" name="Imagen 5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29D2CD0C-3CF4-D80A-0EE8-96C5D3D71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62" y="2964999"/>
            <a:ext cx="4229417" cy="2310799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272AFA7E-C5C0-103A-5733-1B54CCEAD75C}"/>
              </a:ext>
            </a:extLst>
          </p:cNvPr>
          <p:cNvGrpSpPr/>
          <p:nvPr/>
        </p:nvGrpSpPr>
        <p:grpSpPr>
          <a:xfrm>
            <a:off x="518109" y="5214660"/>
            <a:ext cx="11265902" cy="807261"/>
            <a:chOff x="190699" y="45005"/>
            <a:chExt cx="2223839" cy="1334303"/>
          </a:xfrm>
          <a:noFill/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4E69F568-F4A5-837E-A598-362216499031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2" name="Rectángulo: esquinas redondeadas 4">
              <a:extLst>
                <a:ext uri="{FF2B5EF4-FFF2-40B4-BE49-F238E27FC236}">
                  <a16:creationId xmlns:a16="http://schemas.microsoft.com/office/drawing/2014/main" id="{226D3B07-5EA1-08D5-DEEE-348B64E802A0}"/>
                </a:ext>
              </a:extLst>
            </p:cNvPr>
            <p:cNvSpPr txBox="1"/>
            <p:nvPr/>
          </p:nvSpPr>
          <p:spPr>
            <a:xfrm>
              <a:off x="229779" y="84086"/>
              <a:ext cx="2145679" cy="1256143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b="1" kern="1200" dirty="0">
                  <a:solidFill>
                    <a:schemeClr val="tx1"/>
                  </a:solidFill>
                </a:rPr>
                <a:t>Existe una LISTA ¿BLANCA? de aplicaciones permitidas</a:t>
              </a:r>
              <a:endParaRPr lang="en-US" sz="25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62EA4EB5-51FF-73E2-8ED5-8CC10C4BDB01}"/>
              </a:ext>
            </a:extLst>
          </p:cNvPr>
          <p:cNvGrpSpPr/>
          <p:nvPr/>
        </p:nvGrpSpPr>
        <p:grpSpPr>
          <a:xfrm>
            <a:off x="6488941" y="3396641"/>
            <a:ext cx="5184950" cy="1829841"/>
            <a:chOff x="6401083" y="3176289"/>
            <a:chExt cx="5184950" cy="1829841"/>
          </a:xfrm>
        </p:grpSpPr>
        <p:sp>
          <p:nvSpPr>
            <p:cNvPr id="13" name="Marcador de pie de página 3">
              <a:extLst>
                <a:ext uri="{FF2B5EF4-FFF2-40B4-BE49-F238E27FC236}">
                  <a16:creationId xmlns:a16="http://schemas.microsoft.com/office/drawing/2014/main" id="{92D97072-37BD-AF8C-89F4-8493AF9B4704}"/>
                </a:ext>
              </a:extLst>
            </p:cNvPr>
            <p:cNvSpPr txBox="1">
              <a:spLocks/>
            </p:cNvSpPr>
            <p:nvPr/>
          </p:nvSpPr>
          <p:spPr>
            <a:xfrm>
              <a:off x="6811741" y="4641005"/>
              <a:ext cx="4363634" cy="36512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000" kern="1200" spc="50" baseline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s-ES" sz="1100" dirty="0"/>
                <a:t>Fuente: https://help.cynet.com/en/articles/113-epp-alerts</a:t>
              </a:r>
              <a:endParaRPr lang="en-US" sz="1100" dirty="0"/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D1D734E5-2FA6-C569-BAF8-07A4851BF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4015"/>
            <a:stretch/>
          </p:blipFill>
          <p:spPr>
            <a:xfrm>
              <a:off x="7703744" y="3176289"/>
              <a:ext cx="2475238" cy="655377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47A9AFE0-825A-8375-D230-B733545AA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3073" r="2497"/>
            <a:stretch/>
          </p:blipFill>
          <p:spPr>
            <a:xfrm>
              <a:off x="6401083" y="3929588"/>
              <a:ext cx="5184950" cy="655377"/>
            </a:xfrm>
            <a:prstGeom prst="rect">
              <a:avLst/>
            </a:prstGeom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C18F9DF6-35AB-D535-5F34-8DE4F94323DB}"/>
              </a:ext>
            </a:extLst>
          </p:cNvPr>
          <p:cNvGrpSpPr/>
          <p:nvPr/>
        </p:nvGrpSpPr>
        <p:grpSpPr>
          <a:xfrm>
            <a:off x="233188" y="2082437"/>
            <a:ext cx="2586933" cy="896411"/>
            <a:chOff x="233188" y="2082437"/>
            <a:chExt cx="2586933" cy="896411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E6BA93BD-53C1-3D13-309A-DCFC83AA3553}"/>
                </a:ext>
              </a:extLst>
            </p:cNvPr>
            <p:cNvGrpSpPr/>
            <p:nvPr/>
          </p:nvGrpSpPr>
          <p:grpSpPr>
            <a:xfrm>
              <a:off x="602604" y="2082437"/>
              <a:ext cx="2217517" cy="896411"/>
              <a:chOff x="190699" y="45005"/>
              <a:chExt cx="2574576" cy="1481656"/>
            </a:xfrm>
            <a:noFill/>
          </p:grpSpPr>
          <p:sp>
            <p:nvSpPr>
              <p:cNvPr id="9" name="Rectángulo: esquinas redondeadas 8">
                <a:extLst>
                  <a:ext uri="{FF2B5EF4-FFF2-40B4-BE49-F238E27FC236}">
                    <a16:creationId xmlns:a16="http://schemas.microsoft.com/office/drawing/2014/main" id="{C5D53BF8-BEEB-4506-9FB9-C9897F12C722}"/>
                  </a:ext>
                </a:extLst>
              </p:cNvPr>
              <p:cNvSpPr/>
              <p:nvPr/>
            </p:nvSpPr>
            <p:spPr>
              <a:xfrm>
                <a:off x="190699" y="45005"/>
                <a:ext cx="2223839" cy="1334303"/>
              </a:xfrm>
              <a:prstGeom prst="roundRect">
                <a:avLst>
                  <a:gd name="adj" fmla="val 10000"/>
                </a:avLst>
              </a:pr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Rectángulo: esquinas redondeadas 4">
                <a:extLst>
                  <a:ext uri="{FF2B5EF4-FFF2-40B4-BE49-F238E27FC236}">
                    <a16:creationId xmlns:a16="http://schemas.microsoft.com/office/drawing/2014/main" id="{D81901A4-2EFA-1984-1A25-FFE6CCF2CD24}"/>
                  </a:ext>
                </a:extLst>
              </p:cNvPr>
              <p:cNvSpPr txBox="1"/>
              <p:nvPr/>
            </p:nvSpPr>
            <p:spPr>
              <a:xfrm>
                <a:off x="619596" y="270518"/>
                <a:ext cx="2145679" cy="12561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5250" tIns="95250" rIns="95250" bIns="95250" numCol="1" spcCol="1270" anchor="ctr" anchorCtr="0">
                <a:noAutofit/>
              </a:bodyPr>
              <a:lstStyle/>
              <a:p>
                <a:pPr marL="0" lvl="0" indent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s-ES" sz="2500" b="1" dirty="0" err="1">
                    <a:solidFill>
                      <a:schemeClr val="tx1"/>
                    </a:solidFill>
                  </a:rPr>
                  <a:t>Cynet</a:t>
                </a:r>
                <a:r>
                  <a:rPr lang="es-ES" sz="2500" b="1" dirty="0">
                    <a:solidFill>
                      <a:schemeClr val="tx1"/>
                    </a:solidFill>
                  </a:rPr>
                  <a:t> EDR</a:t>
                </a:r>
                <a:endParaRPr lang="en-US" sz="2500" b="1" kern="12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8" name="Imagen 7" descr="Logotipo&#10;&#10;Descripción generada automáticamente con confianza media">
              <a:extLst>
                <a:ext uri="{FF2B5EF4-FFF2-40B4-BE49-F238E27FC236}">
                  <a16:creationId xmlns:a16="http://schemas.microsoft.com/office/drawing/2014/main" id="{87DC0662-7623-C494-4BE8-D0BCF73A25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70044" b="-3166"/>
            <a:stretch/>
          </p:blipFill>
          <p:spPr>
            <a:xfrm>
              <a:off x="233188" y="2279350"/>
              <a:ext cx="738831" cy="636127"/>
            </a:xfrm>
            <a:prstGeom prst="rect">
              <a:avLst/>
            </a:prstGeom>
          </p:spPr>
        </p:pic>
      </p:grpSp>
      <p:pic>
        <p:nvPicPr>
          <p:cNvPr id="18" name="Imagen 17" descr="Forma&#10;&#10;Descripción generada automáticamente con confianza media">
            <a:extLst>
              <a:ext uri="{FF2B5EF4-FFF2-40B4-BE49-F238E27FC236}">
                <a16:creationId xmlns:a16="http://schemas.microsoft.com/office/drawing/2014/main" id="{F0042682-4DF2-07AA-0636-8B605F1AE7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23" name="Marcador de pie de página 3">
            <a:extLst>
              <a:ext uri="{FF2B5EF4-FFF2-40B4-BE49-F238E27FC236}">
                <a16:creationId xmlns:a16="http://schemas.microsoft.com/office/drawing/2014/main" id="{712AC39A-F89C-AB8E-6C67-1AF9D745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21173847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D01E-0611-0D96-5542-A822EA9B3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11BA5F6-4142-66E8-0F26-CC29ABD8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809151-8137-CC18-735E-0E5A92DEB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9049A3-A791-6400-3539-BC5189655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Análisis de aplicaciones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34035719-79ED-3D77-47B8-6D1A129C4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F37F1B4-1625-4186-DB6F-32598B02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50</a:t>
            </a:fld>
            <a:endParaRPr lang="en-U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DE311AC-8E09-8A0F-5172-17FFFFB5CB86}"/>
              </a:ext>
            </a:extLst>
          </p:cNvPr>
          <p:cNvSpPr/>
          <p:nvPr/>
        </p:nvSpPr>
        <p:spPr>
          <a:xfrm>
            <a:off x="759198" y="2168063"/>
            <a:ext cx="1915422" cy="807261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5986E7A3-B8F5-5249-B64C-702495375A5F}"/>
              </a:ext>
            </a:extLst>
          </p:cNvPr>
          <p:cNvGrpSpPr/>
          <p:nvPr/>
        </p:nvGrpSpPr>
        <p:grpSpPr>
          <a:xfrm>
            <a:off x="1999218" y="4067990"/>
            <a:ext cx="2160000" cy="1080000"/>
            <a:chOff x="190699" y="45005"/>
            <a:chExt cx="2223839" cy="1334303"/>
          </a:xfrm>
        </p:grpSpPr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6CF95387-E474-05D0-F9A2-98485CB7F04C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Rectángulo: esquinas redondeadas 4">
              <a:extLst>
                <a:ext uri="{FF2B5EF4-FFF2-40B4-BE49-F238E27FC236}">
                  <a16:creationId xmlns:a16="http://schemas.microsoft.com/office/drawing/2014/main" id="{F9F30C8B-9FC3-BBF0-D4BD-EC64297229D5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kern="1200" dirty="0" err="1"/>
                <a:t>Process</a:t>
              </a:r>
              <a:r>
                <a:rPr lang="es-ES" sz="2500" kern="1200" dirty="0"/>
                <a:t> </a:t>
              </a:r>
              <a:r>
                <a:rPr lang="es-ES" sz="2500" kern="1200" dirty="0" err="1"/>
                <a:t>injection</a:t>
              </a:r>
              <a:endParaRPr lang="en-US" sz="2500" kern="1200" dirty="0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7AE6A3DD-39F0-451C-A3FE-C68396588F2F}"/>
              </a:ext>
            </a:extLst>
          </p:cNvPr>
          <p:cNvGrpSpPr/>
          <p:nvPr/>
        </p:nvGrpSpPr>
        <p:grpSpPr>
          <a:xfrm>
            <a:off x="7968943" y="4107070"/>
            <a:ext cx="2160000" cy="1080000"/>
            <a:chOff x="190699" y="45005"/>
            <a:chExt cx="2223839" cy="1334303"/>
          </a:xfrm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4F31058E-A729-E706-3F16-A1F44454C3EA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31" name="Rectángulo: esquinas redondeadas 4">
              <a:extLst>
                <a:ext uri="{FF2B5EF4-FFF2-40B4-BE49-F238E27FC236}">
                  <a16:creationId xmlns:a16="http://schemas.microsoft.com/office/drawing/2014/main" id="{A0485DFB-D0EF-75A6-B08F-46865C8C0205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kern="1200" dirty="0"/>
                <a:t>File </a:t>
              </a:r>
              <a:r>
                <a:rPr lang="es-ES" sz="2500" kern="1200" dirty="0" err="1"/>
                <a:t>copy</a:t>
              </a:r>
              <a:endParaRPr lang="en-US" sz="2500" kern="1200" dirty="0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2F857723-361E-23EE-229F-73A82EC0676E}"/>
              </a:ext>
            </a:extLst>
          </p:cNvPr>
          <p:cNvGrpSpPr/>
          <p:nvPr/>
        </p:nvGrpSpPr>
        <p:grpSpPr>
          <a:xfrm>
            <a:off x="233188" y="2082437"/>
            <a:ext cx="2586933" cy="896411"/>
            <a:chOff x="233188" y="2082437"/>
            <a:chExt cx="2586933" cy="896411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CF95FE94-2760-A597-A289-86FCB17BD1F2}"/>
                </a:ext>
              </a:extLst>
            </p:cNvPr>
            <p:cNvGrpSpPr/>
            <p:nvPr/>
          </p:nvGrpSpPr>
          <p:grpSpPr>
            <a:xfrm>
              <a:off x="602604" y="2082437"/>
              <a:ext cx="2217517" cy="896411"/>
              <a:chOff x="190699" y="45005"/>
              <a:chExt cx="2574576" cy="1481656"/>
            </a:xfrm>
            <a:noFill/>
          </p:grpSpPr>
          <p:sp>
            <p:nvSpPr>
              <p:cNvPr id="13" name="Rectángulo: esquinas redondeadas 12">
                <a:extLst>
                  <a:ext uri="{FF2B5EF4-FFF2-40B4-BE49-F238E27FC236}">
                    <a16:creationId xmlns:a16="http://schemas.microsoft.com/office/drawing/2014/main" id="{70B22E3E-E204-EFBE-D844-EB5D0105ED1B}"/>
                  </a:ext>
                </a:extLst>
              </p:cNvPr>
              <p:cNvSpPr/>
              <p:nvPr/>
            </p:nvSpPr>
            <p:spPr>
              <a:xfrm>
                <a:off x="190699" y="45005"/>
                <a:ext cx="2223839" cy="1334303"/>
              </a:xfrm>
              <a:prstGeom prst="roundRect">
                <a:avLst>
                  <a:gd name="adj" fmla="val 10000"/>
                </a:avLst>
              </a:pr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Rectángulo: esquinas redondeadas 4">
                <a:extLst>
                  <a:ext uri="{FF2B5EF4-FFF2-40B4-BE49-F238E27FC236}">
                    <a16:creationId xmlns:a16="http://schemas.microsoft.com/office/drawing/2014/main" id="{16E69C57-0771-CC5D-0AE2-A501DC9D1945}"/>
                  </a:ext>
                </a:extLst>
              </p:cNvPr>
              <p:cNvSpPr txBox="1"/>
              <p:nvPr/>
            </p:nvSpPr>
            <p:spPr>
              <a:xfrm>
                <a:off x="619596" y="270518"/>
                <a:ext cx="2145679" cy="12561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5250" tIns="95250" rIns="95250" bIns="95250" numCol="1" spcCol="1270" anchor="ctr" anchorCtr="0">
                <a:noAutofit/>
              </a:bodyPr>
              <a:lstStyle/>
              <a:p>
                <a:pPr marL="0" lvl="0" indent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s-ES" sz="2500" b="1" dirty="0" err="1">
                    <a:solidFill>
                      <a:schemeClr val="tx1"/>
                    </a:solidFill>
                  </a:rPr>
                  <a:t>Cynet</a:t>
                </a:r>
                <a:r>
                  <a:rPr lang="es-ES" sz="2500" b="1" dirty="0">
                    <a:solidFill>
                      <a:schemeClr val="tx1"/>
                    </a:solidFill>
                  </a:rPr>
                  <a:t> EDR</a:t>
                </a:r>
                <a:endParaRPr lang="en-US" sz="2500" b="1" kern="12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2" name="Imagen 11" descr="Logotipo&#10;&#10;Descripción generada automáticamente con confianza media">
              <a:extLst>
                <a:ext uri="{FF2B5EF4-FFF2-40B4-BE49-F238E27FC236}">
                  <a16:creationId xmlns:a16="http://schemas.microsoft.com/office/drawing/2014/main" id="{11FB7F2A-7E4E-6C33-3243-22D7772996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70044" b="-3166"/>
            <a:stretch/>
          </p:blipFill>
          <p:spPr>
            <a:xfrm>
              <a:off x="233188" y="2279350"/>
              <a:ext cx="738831" cy="636127"/>
            </a:xfrm>
            <a:prstGeom prst="rect">
              <a:avLst/>
            </a:prstGeom>
          </p:spPr>
        </p:pic>
      </p:grpSp>
      <p:pic>
        <p:nvPicPr>
          <p:cNvPr id="15" name="Imagen 14" descr="Forma&#10;&#10;Descripción generada automáticamente con confianza media">
            <a:extLst>
              <a:ext uri="{FF2B5EF4-FFF2-40B4-BE49-F238E27FC236}">
                <a16:creationId xmlns:a16="http://schemas.microsoft.com/office/drawing/2014/main" id="{3C22C3D4-CC83-4448-5B49-3CC46B1D0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6" name="Marcador de pie de página 3">
            <a:extLst>
              <a:ext uri="{FF2B5EF4-FFF2-40B4-BE49-F238E27FC236}">
                <a16:creationId xmlns:a16="http://schemas.microsoft.com/office/drawing/2014/main" id="{55140435-A1AB-9E6C-19C1-5ABFAA2F5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0231C68-44D7-B376-2BAB-FC55477BE529}"/>
              </a:ext>
            </a:extLst>
          </p:cNvPr>
          <p:cNvSpPr txBox="1"/>
          <p:nvPr/>
        </p:nvSpPr>
        <p:spPr>
          <a:xfrm>
            <a:off x="4333084" y="2901803"/>
            <a:ext cx="3519734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b="1" kern="1200" dirty="0">
                <a:solidFill>
                  <a:schemeClr val="tx1"/>
                </a:solidFill>
              </a:rPr>
              <a:t>Búsqueda del bypass</a:t>
            </a:r>
            <a:endParaRPr lang="en-US" sz="2500" b="1" kern="1200" dirty="0">
              <a:solidFill>
                <a:schemeClr val="tx1"/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44976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E16CF-9FC2-865A-F8C1-27785907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9022129-402E-901B-301C-6983F71DF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592E1F-CCE4-E924-6C7A-9F266909C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DBF73A-9187-F7CF-72BD-3EC0B0DF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Análisis de aplicaciones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4CEED7EC-BEA2-16B8-8220-AB1B4CD8E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1A485F-0120-1750-7729-CFFFAB4B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51</a:t>
            </a:fld>
            <a:endParaRPr lang="en-U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BB03255-400B-091B-FD93-38A822F268CF}"/>
              </a:ext>
            </a:extLst>
          </p:cNvPr>
          <p:cNvSpPr/>
          <p:nvPr/>
        </p:nvSpPr>
        <p:spPr>
          <a:xfrm>
            <a:off x="759198" y="2168063"/>
            <a:ext cx="1915422" cy="807261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8A58FCF-EC3A-6DFB-D4F3-92ECE2F0A276}"/>
              </a:ext>
            </a:extLst>
          </p:cNvPr>
          <p:cNvGrpSpPr/>
          <p:nvPr/>
        </p:nvGrpSpPr>
        <p:grpSpPr>
          <a:xfrm>
            <a:off x="1999218" y="4067990"/>
            <a:ext cx="2160000" cy="1080000"/>
            <a:chOff x="190699" y="45005"/>
            <a:chExt cx="2223839" cy="1334303"/>
          </a:xfrm>
        </p:grpSpPr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E169DD35-2293-631B-E2BB-B22ABCA3EF4D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Rectángulo: esquinas redondeadas 4">
              <a:extLst>
                <a:ext uri="{FF2B5EF4-FFF2-40B4-BE49-F238E27FC236}">
                  <a16:creationId xmlns:a16="http://schemas.microsoft.com/office/drawing/2014/main" id="{6A0FB90F-D155-436D-EB71-29DAE904C359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kern="1200" dirty="0" err="1"/>
                <a:t>Process</a:t>
              </a:r>
              <a:r>
                <a:rPr lang="es-ES" sz="2500" kern="1200" dirty="0"/>
                <a:t> </a:t>
              </a:r>
              <a:r>
                <a:rPr lang="es-ES" sz="2500" kern="1200" dirty="0" err="1"/>
                <a:t>injection</a:t>
              </a:r>
              <a:endParaRPr lang="en-US" sz="2500" kern="1200" dirty="0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D6E169E-CC8B-FA26-7451-8682384B8E8B}"/>
              </a:ext>
            </a:extLst>
          </p:cNvPr>
          <p:cNvGrpSpPr/>
          <p:nvPr/>
        </p:nvGrpSpPr>
        <p:grpSpPr>
          <a:xfrm>
            <a:off x="7968943" y="4107070"/>
            <a:ext cx="2160000" cy="1080000"/>
            <a:chOff x="190699" y="45005"/>
            <a:chExt cx="2223839" cy="1334303"/>
          </a:xfrm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92316FE0-3B93-5B44-49B7-A5A7A4B5A6BE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31" name="Rectángulo: esquinas redondeadas 4">
              <a:extLst>
                <a:ext uri="{FF2B5EF4-FFF2-40B4-BE49-F238E27FC236}">
                  <a16:creationId xmlns:a16="http://schemas.microsoft.com/office/drawing/2014/main" id="{13285CC3-790D-F635-F9DD-F9E835066030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kern="1200" dirty="0"/>
                <a:t>File </a:t>
              </a:r>
              <a:r>
                <a:rPr lang="es-ES" sz="2500" kern="1200" dirty="0" err="1"/>
                <a:t>copy</a:t>
              </a:r>
              <a:endParaRPr lang="en-US" sz="2500" kern="1200" dirty="0"/>
            </a:p>
          </p:txBody>
        </p:sp>
      </p:grp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E09894BC-99F6-1903-98FC-962C880B71B9}"/>
              </a:ext>
            </a:extLst>
          </p:cNvPr>
          <p:cNvSpPr/>
          <p:nvPr/>
        </p:nvSpPr>
        <p:spPr>
          <a:xfrm>
            <a:off x="470348" y="3927880"/>
            <a:ext cx="4408544" cy="807261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9E4344A-7EC8-1A05-5E7B-FACA64077E2A}"/>
              </a:ext>
            </a:extLst>
          </p:cNvPr>
          <p:cNvSpPr/>
          <p:nvPr/>
        </p:nvSpPr>
        <p:spPr>
          <a:xfrm>
            <a:off x="7788943" y="3387070"/>
            <a:ext cx="2520000" cy="2520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A02E9E64-24B4-8ECB-6361-1F2530B7D8A6}"/>
              </a:ext>
            </a:extLst>
          </p:cNvPr>
          <p:cNvGrpSpPr/>
          <p:nvPr/>
        </p:nvGrpSpPr>
        <p:grpSpPr>
          <a:xfrm>
            <a:off x="233188" y="2082437"/>
            <a:ext cx="2586933" cy="896411"/>
            <a:chOff x="233188" y="2082437"/>
            <a:chExt cx="2586933" cy="896411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1E78D13B-5184-E9BE-34AA-F2EFDCD199FF}"/>
                </a:ext>
              </a:extLst>
            </p:cNvPr>
            <p:cNvGrpSpPr/>
            <p:nvPr/>
          </p:nvGrpSpPr>
          <p:grpSpPr>
            <a:xfrm>
              <a:off x="602604" y="2082437"/>
              <a:ext cx="2217517" cy="896411"/>
              <a:chOff x="190699" y="45005"/>
              <a:chExt cx="2574576" cy="1481656"/>
            </a:xfrm>
            <a:noFill/>
          </p:grpSpPr>
          <p:sp>
            <p:nvSpPr>
              <p:cNvPr id="14" name="Rectángulo: esquinas redondeadas 13">
                <a:extLst>
                  <a:ext uri="{FF2B5EF4-FFF2-40B4-BE49-F238E27FC236}">
                    <a16:creationId xmlns:a16="http://schemas.microsoft.com/office/drawing/2014/main" id="{942D9879-067D-EEA9-F2B8-891040345761}"/>
                  </a:ext>
                </a:extLst>
              </p:cNvPr>
              <p:cNvSpPr/>
              <p:nvPr/>
            </p:nvSpPr>
            <p:spPr>
              <a:xfrm>
                <a:off x="190699" y="45005"/>
                <a:ext cx="2223839" cy="1334303"/>
              </a:xfrm>
              <a:prstGeom prst="roundRect">
                <a:avLst>
                  <a:gd name="adj" fmla="val 10000"/>
                </a:avLst>
              </a:pr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Rectángulo: esquinas redondeadas 4">
                <a:extLst>
                  <a:ext uri="{FF2B5EF4-FFF2-40B4-BE49-F238E27FC236}">
                    <a16:creationId xmlns:a16="http://schemas.microsoft.com/office/drawing/2014/main" id="{47CBC73D-7AA5-455A-BD43-5183496F6B11}"/>
                  </a:ext>
                </a:extLst>
              </p:cNvPr>
              <p:cNvSpPr txBox="1"/>
              <p:nvPr/>
            </p:nvSpPr>
            <p:spPr>
              <a:xfrm>
                <a:off x="619596" y="270518"/>
                <a:ext cx="2145679" cy="12561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5250" tIns="95250" rIns="95250" bIns="95250" numCol="1" spcCol="1270" anchor="ctr" anchorCtr="0">
                <a:noAutofit/>
              </a:bodyPr>
              <a:lstStyle/>
              <a:p>
                <a:pPr marL="0" lvl="0" indent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s-ES" sz="2500" b="1" dirty="0" err="1">
                    <a:solidFill>
                      <a:schemeClr val="tx1"/>
                    </a:solidFill>
                  </a:rPr>
                  <a:t>Cynet</a:t>
                </a:r>
                <a:r>
                  <a:rPr lang="es-ES" sz="2500" b="1" dirty="0">
                    <a:solidFill>
                      <a:schemeClr val="tx1"/>
                    </a:solidFill>
                  </a:rPr>
                  <a:t> EDR</a:t>
                </a:r>
                <a:endParaRPr lang="en-US" sz="2500" b="1" kern="12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3" name="Imagen 12" descr="Logotipo&#10;&#10;Descripción generada automáticamente con confianza media">
              <a:extLst>
                <a:ext uri="{FF2B5EF4-FFF2-40B4-BE49-F238E27FC236}">
                  <a16:creationId xmlns:a16="http://schemas.microsoft.com/office/drawing/2014/main" id="{A11221EE-D82E-02BA-43B6-CCC08A50A4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70044" b="-3166"/>
            <a:stretch/>
          </p:blipFill>
          <p:spPr>
            <a:xfrm>
              <a:off x="233188" y="2279350"/>
              <a:ext cx="738831" cy="636127"/>
            </a:xfrm>
            <a:prstGeom prst="rect">
              <a:avLst/>
            </a:prstGeom>
          </p:spPr>
        </p:pic>
      </p:grpSp>
      <p:pic>
        <p:nvPicPr>
          <p:cNvPr id="16" name="Imagen 15" descr="Forma&#10;&#10;Descripción generada automáticamente con confianza media">
            <a:extLst>
              <a:ext uri="{FF2B5EF4-FFF2-40B4-BE49-F238E27FC236}">
                <a16:creationId xmlns:a16="http://schemas.microsoft.com/office/drawing/2014/main" id="{2ACDCF15-10C7-BF54-F95D-E10B1D815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7" name="Marcador de pie de página 3">
            <a:extLst>
              <a:ext uri="{FF2B5EF4-FFF2-40B4-BE49-F238E27FC236}">
                <a16:creationId xmlns:a16="http://schemas.microsoft.com/office/drawing/2014/main" id="{887860BE-EC2B-5DEB-4400-EEC5E63E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66A2FAA-E604-D4D7-634D-48820A0CC218}"/>
              </a:ext>
            </a:extLst>
          </p:cNvPr>
          <p:cNvSpPr txBox="1"/>
          <p:nvPr/>
        </p:nvSpPr>
        <p:spPr>
          <a:xfrm>
            <a:off x="4333084" y="2901803"/>
            <a:ext cx="3519734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b="1" kern="1200" dirty="0">
                <a:solidFill>
                  <a:schemeClr val="tx1"/>
                </a:solidFill>
              </a:rPr>
              <a:t>Búsqueda del bypass</a:t>
            </a:r>
            <a:endParaRPr lang="en-US" sz="2500" b="1" kern="1200" dirty="0">
              <a:solidFill>
                <a:schemeClr val="tx1"/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44729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84309-8934-A3F7-B289-B08AABD9A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FCC9328-730B-D71D-2638-49B1F09F2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072B07C-93E7-2A86-3A31-D5A2B0580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7A790A-9EFB-137E-DE80-6557645A6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C# API -&gt; </a:t>
            </a:r>
            <a:r>
              <a:rPr lang="es-ES" dirty="0" err="1">
                <a:solidFill>
                  <a:schemeClr val="bg1"/>
                </a:solidFill>
              </a:rPr>
              <a:t>cmd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copy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D42D1120-0439-0143-71AF-4DD8D88D5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6A1C2E9-2D22-04F5-922C-2EEB32AB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52</a:t>
            </a:fld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23D137-AB3E-FADA-712F-72850AE79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19" y="3490831"/>
            <a:ext cx="2508534" cy="571797"/>
          </a:xfrm>
          <a:prstGeom prst="rect">
            <a:avLst/>
          </a:prstGeom>
        </p:spPr>
      </p:pic>
      <p:pic>
        <p:nvPicPr>
          <p:cNvPr id="21" name="Imagen 20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C9D33399-DF70-5559-6C12-E267AB120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7" t="9997" r="35067" b="23682"/>
          <a:stretch/>
        </p:blipFill>
        <p:spPr>
          <a:xfrm>
            <a:off x="8891057" y="2369965"/>
            <a:ext cx="2221505" cy="3259310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E2866B83-209B-2F00-9B20-A6E70FC89494}"/>
              </a:ext>
            </a:extLst>
          </p:cNvPr>
          <p:cNvGrpSpPr/>
          <p:nvPr/>
        </p:nvGrpSpPr>
        <p:grpSpPr>
          <a:xfrm>
            <a:off x="4300953" y="3500974"/>
            <a:ext cx="512258" cy="551512"/>
            <a:chOff x="2627175" y="435350"/>
            <a:chExt cx="512258" cy="551512"/>
          </a:xfrm>
        </p:grpSpPr>
        <p:sp>
          <p:nvSpPr>
            <p:cNvPr id="23" name="Flecha: a la derecha 22">
              <a:extLst>
                <a:ext uri="{FF2B5EF4-FFF2-40B4-BE49-F238E27FC236}">
                  <a16:creationId xmlns:a16="http://schemas.microsoft.com/office/drawing/2014/main" id="{29F2B5F4-92AB-A18B-9466-E3DD321E2812}"/>
                </a:ext>
              </a:extLst>
            </p:cNvPr>
            <p:cNvSpPr/>
            <p:nvPr/>
          </p:nvSpPr>
          <p:spPr>
            <a:xfrm rot="21597714">
              <a:off x="2627175" y="435350"/>
              <a:ext cx="512258" cy="55151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Flecha: a la derecha 4">
              <a:extLst>
                <a:ext uri="{FF2B5EF4-FFF2-40B4-BE49-F238E27FC236}">
                  <a16:creationId xmlns:a16="http://schemas.microsoft.com/office/drawing/2014/main" id="{07078AA9-8BB8-2EDF-0F63-62A790E0F814}"/>
                </a:ext>
              </a:extLst>
            </p:cNvPr>
            <p:cNvSpPr txBox="1"/>
            <p:nvPr/>
          </p:nvSpPr>
          <p:spPr>
            <a:xfrm rot="21597714">
              <a:off x="2627175" y="545703"/>
              <a:ext cx="358581" cy="330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 dirty="0"/>
            </a:p>
          </p:txBody>
        </p:sp>
      </p:grpSp>
      <p:pic>
        <p:nvPicPr>
          <p:cNvPr id="19" name="Imagen 18">
            <a:extLst>
              <a:ext uri="{FF2B5EF4-FFF2-40B4-BE49-F238E27FC236}">
                <a16:creationId xmlns:a16="http://schemas.microsoft.com/office/drawing/2014/main" id="{0A88464C-ADCF-CE6A-A457-C56889252D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79" r="65812" b="2394"/>
          <a:stretch/>
        </p:blipFill>
        <p:spPr>
          <a:xfrm>
            <a:off x="5786042" y="2373083"/>
            <a:ext cx="2272108" cy="3190102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E9712D69-DB54-94C3-584A-2FC5B09A0E4C}"/>
              </a:ext>
            </a:extLst>
          </p:cNvPr>
          <p:cNvGrpSpPr/>
          <p:nvPr/>
        </p:nvGrpSpPr>
        <p:grpSpPr>
          <a:xfrm>
            <a:off x="233188" y="2082437"/>
            <a:ext cx="2586933" cy="896411"/>
            <a:chOff x="233188" y="2082437"/>
            <a:chExt cx="2586933" cy="896411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420B9D9-E489-06F8-0B3B-3D054B283799}"/>
                </a:ext>
              </a:extLst>
            </p:cNvPr>
            <p:cNvGrpSpPr/>
            <p:nvPr/>
          </p:nvGrpSpPr>
          <p:grpSpPr>
            <a:xfrm>
              <a:off x="602604" y="2082437"/>
              <a:ext cx="2217517" cy="896411"/>
              <a:chOff x="190699" y="45005"/>
              <a:chExt cx="2574576" cy="1481656"/>
            </a:xfrm>
            <a:noFill/>
          </p:grpSpPr>
          <p:sp>
            <p:nvSpPr>
              <p:cNvPr id="13" name="Rectángulo: esquinas redondeadas 12">
                <a:extLst>
                  <a:ext uri="{FF2B5EF4-FFF2-40B4-BE49-F238E27FC236}">
                    <a16:creationId xmlns:a16="http://schemas.microsoft.com/office/drawing/2014/main" id="{B4DA4CD0-EDE8-38B8-A6A2-90F2705BB308}"/>
                  </a:ext>
                </a:extLst>
              </p:cNvPr>
              <p:cNvSpPr/>
              <p:nvPr/>
            </p:nvSpPr>
            <p:spPr>
              <a:xfrm>
                <a:off x="190699" y="45005"/>
                <a:ext cx="2223839" cy="1334303"/>
              </a:xfrm>
              <a:prstGeom prst="roundRect">
                <a:avLst>
                  <a:gd name="adj" fmla="val 10000"/>
                </a:avLst>
              </a:pr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Rectángulo: esquinas redondeadas 4">
                <a:extLst>
                  <a:ext uri="{FF2B5EF4-FFF2-40B4-BE49-F238E27FC236}">
                    <a16:creationId xmlns:a16="http://schemas.microsoft.com/office/drawing/2014/main" id="{006AB87A-06FE-0453-9C6D-54A07C7470F0}"/>
                  </a:ext>
                </a:extLst>
              </p:cNvPr>
              <p:cNvSpPr txBox="1"/>
              <p:nvPr/>
            </p:nvSpPr>
            <p:spPr>
              <a:xfrm>
                <a:off x="619596" y="270518"/>
                <a:ext cx="2145679" cy="12561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5250" tIns="95250" rIns="95250" bIns="95250" numCol="1" spcCol="1270" anchor="ctr" anchorCtr="0">
                <a:noAutofit/>
              </a:bodyPr>
              <a:lstStyle/>
              <a:p>
                <a:pPr marL="0" lvl="0" indent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s-ES" sz="2500" b="1" dirty="0" err="1">
                    <a:solidFill>
                      <a:schemeClr val="tx1"/>
                    </a:solidFill>
                  </a:rPr>
                  <a:t>Cynet</a:t>
                </a:r>
                <a:r>
                  <a:rPr lang="es-ES" sz="2500" b="1" dirty="0">
                    <a:solidFill>
                      <a:schemeClr val="tx1"/>
                    </a:solidFill>
                  </a:rPr>
                  <a:t> EDR</a:t>
                </a:r>
                <a:endParaRPr lang="en-US" sz="2500" b="1" kern="12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9" name="Imagen 8" descr="Logotipo&#10;&#10;Descripción generada automáticamente con confianza media">
              <a:extLst>
                <a:ext uri="{FF2B5EF4-FFF2-40B4-BE49-F238E27FC236}">
                  <a16:creationId xmlns:a16="http://schemas.microsoft.com/office/drawing/2014/main" id="{A3BFE943-1524-FE2C-D989-FE4C847467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70044" b="-3166"/>
            <a:stretch/>
          </p:blipFill>
          <p:spPr>
            <a:xfrm>
              <a:off x="233188" y="2279350"/>
              <a:ext cx="738831" cy="636127"/>
            </a:xfrm>
            <a:prstGeom prst="rect">
              <a:avLst/>
            </a:prstGeom>
          </p:spPr>
        </p:pic>
      </p:grpSp>
      <p:pic>
        <p:nvPicPr>
          <p:cNvPr id="16" name="Imagen 15" descr="Forma&#10;&#10;Descripción generada automáticamente con confianza media">
            <a:extLst>
              <a:ext uri="{FF2B5EF4-FFF2-40B4-BE49-F238E27FC236}">
                <a16:creationId xmlns:a16="http://schemas.microsoft.com/office/drawing/2014/main" id="{E2A2CFD5-34F0-6F1D-9599-30E91A4095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7" name="Marcador de pie de página 3">
            <a:extLst>
              <a:ext uri="{FF2B5EF4-FFF2-40B4-BE49-F238E27FC236}">
                <a16:creationId xmlns:a16="http://schemas.microsoft.com/office/drawing/2014/main" id="{49934B8A-3CA0-223A-4642-7814351EE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6390946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84A6B-7BA4-7FC4-8C39-F85F8D8C8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F04BC8F-23F3-00CA-3A95-EC897C6D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2E09E3-FB89-9D50-69C0-E1DB6BCAD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7A4D6B-C88C-6854-59DA-C07A6DD26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Pensemos…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81E8C254-C900-4EDA-63CE-3515C7666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8719D5-927E-D5CC-09F2-DB91B302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53</a:t>
            </a:fld>
            <a:endParaRPr lang="en-US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BD684A9-92B4-71CD-4AB9-716EE97B7A59}"/>
              </a:ext>
            </a:extLst>
          </p:cNvPr>
          <p:cNvGrpSpPr/>
          <p:nvPr/>
        </p:nvGrpSpPr>
        <p:grpSpPr>
          <a:xfrm>
            <a:off x="1407882" y="3015128"/>
            <a:ext cx="2223839" cy="1334303"/>
            <a:chOff x="190699" y="45005"/>
            <a:chExt cx="2223839" cy="1334303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AE23CA94-75CE-83B5-169D-ADA8EAF94771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8" name="Rectángulo: esquinas redondeadas 4">
              <a:extLst>
                <a:ext uri="{FF2B5EF4-FFF2-40B4-BE49-F238E27FC236}">
                  <a16:creationId xmlns:a16="http://schemas.microsoft.com/office/drawing/2014/main" id="{522E27FF-C881-94DD-4858-5306437460EF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kern="1200" dirty="0"/>
                <a:t>Firmas estáticas: OK</a:t>
              </a:r>
              <a:endParaRPr lang="en-US" sz="2500" kern="1200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4F1A00A8-5D04-9BE1-2893-C16B33DC6054}"/>
              </a:ext>
            </a:extLst>
          </p:cNvPr>
          <p:cNvGrpSpPr/>
          <p:nvPr/>
        </p:nvGrpSpPr>
        <p:grpSpPr>
          <a:xfrm>
            <a:off x="3959786" y="3406523"/>
            <a:ext cx="512258" cy="551512"/>
            <a:chOff x="2627175" y="435350"/>
            <a:chExt cx="512258" cy="551512"/>
          </a:xfrm>
        </p:grpSpPr>
        <p:sp>
          <p:nvSpPr>
            <p:cNvPr id="10" name="Flecha: a la derecha 9">
              <a:extLst>
                <a:ext uri="{FF2B5EF4-FFF2-40B4-BE49-F238E27FC236}">
                  <a16:creationId xmlns:a16="http://schemas.microsoft.com/office/drawing/2014/main" id="{3292518B-3EA8-FE06-CDC0-8A95C11B5686}"/>
                </a:ext>
              </a:extLst>
            </p:cNvPr>
            <p:cNvSpPr/>
            <p:nvPr/>
          </p:nvSpPr>
          <p:spPr>
            <a:xfrm rot="21597714">
              <a:off x="2627175" y="435350"/>
              <a:ext cx="512258" cy="55151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1" name="Flecha: a la derecha 4">
              <a:extLst>
                <a:ext uri="{FF2B5EF4-FFF2-40B4-BE49-F238E27FC236}">
                  <a16:creationId xmlns:a16="http://schemas.microsoft.com/office/drawing/2014/main" id="{07698A47-F282-48AE-C90B-928016EBB4A1}"/>
                </a:ext>
              </a:extLst>
            </p:cNvPr>
            <p:cNvSpPr txBox="1"/>
            <p:nvPr/>
          </p:nvSpPr>
          <p:spPr>
            <a:xfrm rot="21597714">
              <a:off x="2627175" y="545703"/>
              <a:ext cx="358581" cy="330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0D159B81-F24B-B532-53BF-69E957DC5C7C}"/>
              </a:ext>
            </a:extLst>
          </p:cNvPr>
          <p:cNvGrpSpPr/>
          <p:nvPr/>
        </p:nvGrpSpPr>
        <p:grpSpPr>
          <a:xfrm>
            <a:off x="4800109" y="3054208"/>
            <a:ext cx="2223839" cy="1334303"/>
            <a:chOff x="190699" y="45005"/>
            <a:chExt cx="2223839" cy="1334303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80C1B1EB-EA88-C9C8-DE45-EFF4E86EDD2C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4" name="Rectángulo: esquinas redondeadas 4">
              <a:extLst>
                <a:ext uri="{FF2B5EF4-FFF2-40B4-BE49-F238E27FC236}">
                  <a16:creationId xmlns:a16="http://schemas.microsoft.com/office/drawing/2014/main" id="{C3897B07-9B2A-F5ED-24CF-19450784D9DD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kern="1200" dirty="0" err="1"/>
                <a:t>APIs</a:t>
              </a:r>
              <a:r>
                <a:rPr lang="es-ES" sz="2500" kern="1200" dirty="0"/>
                <a:t>: sin </a:t>
              </a:r>
              <a:r>
                <a:rPr lang="es-ES" sz="2500" kern="1200" dirty="0" err="1"/>
                <a:t>infuencia</a:t>
              </a:r>
              <a:endParaRPr lang="en-US" sz="2500" kern="1200" dirty="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9FDE5601-856C-6B02-D175-5D258C28E9C2}"/>
              </a:ext>
            </a:extLst>
          </p:cNvPr>
          <p:cNvGrpSpPr/>
          <p:nvPr/>
        </p:nvGrpSpPr>
        <p:grpSpPr>
          <a:xfrm>
            <a:off x="7351829" y="3445603"/>
            <a:ext cx="512258" cy="551512"/>
            <a:chOff x="2627175" y="435350"/>
            <a:chExt cx="512258" cy="551512"/>
          </a:xfrm>
        </p:grpSpPr>
        <p:sp>
          <p:nvSpPr>
            <p:cNvPr id="19" name="Flecha: a la derecha 18">
              <a:extLst>
                <a:ext uri="{FF2B5EF4-FFF2-40B4-BE49-F238E27FC236}">
                  <a16:creationId xmlns:a16="http://schemas.microsoft.com/office/drawing/2014/main" id="{ED35612E-C6F0-0F10-C634-D2B1C41AC81D}"/>
                </a:ext>
              </a:extLst>
            </p:cNvPr>
            <p:cNvSpPr/>
            <p:nvPr/>
          </p:nvSpPr>
          <p:spPr>
            <a:xfrm rot="21597714">
              <a:off x="2627175" y="435350"/>
              <a:ext cx="512258" cy="55151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Flecha: a la derecha 4">
              <a:extLst>
                <a:ext uri="{FF2B5EF4-FFF2-40B4-BE49-F238E27FC236}">
                  <a16:creationId xmlns:a16="http://schemas.microsoft.com/office/drawing/2014/main" id="{F1238F0A-6446-6D0F-54CF-B2C997C495A5}"/>
                </a:ext>
              </a:extLst>
            </p:cNvPr>
            <p:cNvSpPr txBox="1"/>
            <p:nvPr/>
          </p:nvSpPr>
          <p:spPr>
            <a:xfrm rot="21597714">
              <a:off x="2627175" y="545703"/>
              <a:ext cx="358581" cy="330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 dirty="0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D5E5BD48-185F-36A3-DF23-AF09203BB1B3}"/>
              </a:ext>
            </a:extLst>
          </p:cNvPr>
          <p:cNvGrpSpPr/>
          <p:nvPr/>
        </p:nvGrpSpPr>
        <p:grpSpPr>
          <a:xfrm>
            <a:off x="8191968" y="3048277"/>
            <a:ext cx="2223839" cy="1334303"/>
            <a:chOff x="190699" y="45005"/>
            <a:chExt cx="2223839" cy="1334303"/>
          </a:xfrm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1361F896-C0C6-29D6-8A16-8250807CE065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Rectángulo: esquinas redondeadas 4">
              <a:extLst>
                <a:ext uri="{FF2B5EF4-FFF2-40B4-BE49-F238E27FC236}">
                  <a16:creationId xmlns:a16="http://schemas.microsoft.com/office/drawing/2014/main" id="{5943AF08-232E-B8E8-6A68-B3102CDCF764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kern="1200" dirty="0"/>
                <a:t>Operaciones </a:t>
              </a:r>
              <a:r>
                <a:rPr lang="es-ES" sz="2500" kern="1200" dirty="0" err="1"/>
                <a:t>crypto</a:t>
              </a:r>
              <a:r>
                <a:rPr lang="es-ES" sz="2500" kern="1200" dirty="0"/>
                <a:t>: sin influencia</a:t>
              </a:r>
              <a:endParaRPr lang="en-US" sz="2500" kern="1200" dirty="0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52239DF2-5424-22DC-5A81-F95D2BF09742}"/>
              </a:ext>
            </a:extLst>
          </p:cNvPr>
          <p:cNvGrpSpPr/>
          <p:nvPr/>
        </p:nvGrpSpPr>
        <p:grpSpPr>
          <a:xfrm>
            <a:off x="518109" y="4841038"/>
            <a:ext cx="11265902" cy="807261"/>
            <a:chOff x="190699" y="45005"/>
            <a:chExt cx="2223839" cy="1334303"/>
          </a:xfrm>
          <a:noFill/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E8237C44-448B-FD1F-AD4F-5F63500D0DF0}"/>
                </a:ext>
              </a:extLst>
            </p:cNvPr>
            <p:cNvSpPr/>
            <p:nvPr/>
          </p:nvSpPr>
          <p:spPr>
            <a:xfrm>
              <a:off x="190699" y="45005"/>
              <a:ext cx="2223839" cy="1334303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9" name="Rectángulo: esquinas redondeadas 4">
              <a:extLst>
                <a:ext uri="{FF2B5EF4-FFF2-40B4-BE49-F238E27FC236}">
                  <a16:creationId xmlns:a16="http://schemas.microsoft.com/office/drawing/2014/main" id="{A5A9C5BD-807B-9F2C-1E10-5568FC3BC6E0}"/>
                </a:ext>
              </a:extLst>
            </p:cNvPr>
            <p:cNvSpPr txBox="1"/>
            <p:nvPr/>
          </p:nvSpPr>
          <p:spPr>
            <a:xfrm>
              <a:off x="229779" y="84085"/>
              <a:ext cx="2145679" cy="1256143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500" b="1" kern="1200" dirty="0">
                  <a:solidFill>
                    <a:srgbClr val="FF0000"/>
                  </a:solidFill>
                </a:rPr>
                <a:t>Descubrimos “por error” que</a:t>
              </a:r>
              <a:r>
                <a:rPr lang="es-ES" sz="2500" b="1" dirty="0">
                  <a:solidFill>
                    <a:srgbClr val="FF0000"/>
                  </a:solidFill>
                </a:rPr>
                <a:t>, si tardamos en ejecutar, no hay alerta</a:t>
              </a:r>
              <a:endParaRPr lang="en-US" sz="2500" b="1" kern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582D4EDC-33C8-F476-8413-26D79BFD8A68}"/>
              </a:ext>
            </a:extLst>
          </p:cNvPr>
          <p:cNvSpPr/>
          <p:nvPr/>
        </p:nvSpPr>
        <p:spPr>
          <a:xfrm>
            <a:off x="758952" y="2168063"/>
            <a:ext cx="1994080" cy="807261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0B428797-1DC1-CA39-AD4D-7A8C47583D0D}"/>
              </a:ext>
            </a:extLst>
          </p:cNvPr>
          <p:cNvGrpSpPr/>
          <p:nvPr/>
        </p:nvGrpSpPr>
        <p:grpSpPr>
          <a:xfrm>
            <a:off x="403642" y="2168063"/>
            <a:ext cx="2597544" cy="807261"/>
            <a:chOff x="403642" y="2168063"/>
            <a:chExt cx="2597544" cy="807261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C4A89F45-A6C9-01E2-F229-FB09B6ACF730}"/>
                </a:ext>
              </a:extLst>
            </p:cNvPr>
            <p:cNvGrpSpPr/>
            <p:nvPr/>
          </p:nvGrpSpPr>
          <p:grpSpPr>
            <a:xfrm>
              <a:off x="758952" y="2168063"/>
              <a:ext cx="2242234" cy="807261"/>
              <a:chOff x="190699" y="45005"/>
              <a:chExt cx="2512976" cy="1334303"/>
            </a:xfrm>
            <a:noFill/>
          </p:grpSpPr>
          <p:sp>
            <p:nvSpPr>
              <p:cNvPr id="30" name="Rectángulo: esquinas redondeadas 29">
                <a:extLst>
                  <a:ext uri="{FF2B5EF4-FFF2-40B4-BE49-F238E27FC236}">
                    <a16:creationId xmlns:a16="http://schemas.microsoft.com/office/drawing/2014/main" id="{19BE5861-F822-D0BB-F7B0-05BDFECA3D7D}"/>
                  </a:ext>
                </a:extLst>
              </p:cNvPr>
              <p:cNvSpPr/>
              <p:nvPr/>
            </p:nvSpPr>
            <p:spPr>
              <a:xfrm>
                <a:off x="190699" y="45005"/>
                <a:ext cx="2223839" cy="1334303"/>
              </a:xfrm>
              <a:prstGeom prst="roundRect">
                <a:avLst>
                  <a:gd name="adj" fmla="val 10000"/>
                </a:avLst>
              </a:pr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ES"/>
              </a:p>
            </p:txBody>
          </p:sp>
          <p:sp>
            <p:nvSpPr>
              <p:cNvPr id="32" name="Rectángulo: esquinas redondeadas 4">
                <a:extLst>
                  <a:ext uri="{FF2B5EF4-FFF2-40B4-BE49-F238E27FC236}">
                    <a16:creationId xmlns:a16="http://schemas.microsoft.com/office/drawing/2014/main" id="{5327E28F-3220-A733-5FCC-217F3EAD8852}"/>
                  </a:ext>
                </a:extLst>
              </p:cNvPr>
              <p:cNvSpPr txBox="1"/>
              <p:nvPr/>
            </p:nvSpPr>
            <p:spPr>
              <a:xfrm>
                <a:off x="557997" y="120475"/>
                <a:ext cx="2145678" cy="12561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5250" tIns="95250" rIns="95250" bIns="95250" numCol="1" spcCol="1270" anchor="ctr" anchorCtr="0">
                <a:noAutofit/>
              </a:bodyPr>
              <a:lstStyle/>
              <a:p>
                <a:pPr marL="0" lvl="0" indent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s-ES" sz="2500" b="1" dirty="0" err="1">
                    <a:solidFill>
                      <a:schemeClr val="tx1"/>
                    </a:solidFill>
                  </a:rPr>
                  <a:t>Elastic</a:t>
                </a:r>
                <a:r>
                  <a:rPr lang="es-ES" sz="2500" b="1" dirty="0">
                    <a:solidFill>
                      <a:schemeClr val="tx1"/>
                    </a:solidFill>
                  </a:rPr>
                  <a:t> EDR</a:t>
                </a:r>
                <a:endParaRPr lang="en-US" sz="2500" b="1" kern="12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7DD9D2C5-4B91-49FB-42F6-8C0603E51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3642" y="2215939"/>
              <a:ext cx="698428" cy="698428"/>
            </a:xfrm>
            <a:prstGeom prst="rect">
              <a:avLst/>
            </a:prstGeom>
          </p:spPr>
        </p:pic>
      </p:grpSp>
      <p:pic>
        <p:nvPicPr>
          <p:cNvPr id="33" name="Imagen 32" descr="Forma&#10;&#10;Descripción generada automáticamente con confianza media">
            <a:extLst>
              <a:ext uri="{FF2B5EF4-FFF2-40B4-BE49-F238E27FC236}">
                <a16:creationId xmlns:a16="http://schemas.microsoft.com/office/drawing/2014/main" id="{98285088-2E00-4455-591B-CD11A2B4CC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34" name="Marcador de pie de página 3">
            <a:extLst>
              <a:ext uri="{FF2B5EF4-FFF2-40B4-BE49-F238E27FC236}">
                <a16:creationId xmlns:a16="http://schemas.microsoft.com/office/drawing/2014/main" id="{1B2074F3-AF0E-D0BF-2708-024F4E848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40922399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Regla de detección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54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89A6472-539E-5CF1-4B42-1E87EEF48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29" y="2866490"/>
            <a:ext cx="9981996" cy="3022268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AFD5B59-DAFB-F42E-FB71-8C3EFD5031AF}"/>
              </a:ext>
            </a:extLst>
          </p:cNvPr>
          <p:cNvSpPr/>
          <p:nvPr/>
        </p:nvSpPr>
        <p:spPr>
          <a:xfrm>
            <a:off x="1841080" y="3271378"/>
            <a:ext cx="7159976" cy="28619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CA40368-7F03-E427-8706-CF82321C75C4}"/>
              </a:ext>
            </a:extLst>
          </p:cNvPr>
          <p:cNvGrpSpPr/>
          <p:nvPr/>
        </p:nvGrpSpPr>
        <p:grpSpPr>
          <a:xfrm>
            <a:off x="403642" y="2168063"/>
            <a:ext cx="2597544" cy="807261"/>
            <a:chOff x="403642" y="2168063"/>
            <a:chExt cx="2597544" cy="807261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F27964D1-F73C-4C3F-FDDE-1632A0C08578}"/>
                </a:ext>
              </a:extLst>
            </p:cNvPr>
            <p:cNvGrpSpPr/>
            <p:nvPr/>
          </p:nvGrpSpPr>
          <p:grpSpPr>
            <a:xfrm>
              <a:off x="758952" y="2168063"/>
              <a:ext cx="2242234" cy="807261"/>
              <a:chOff x="190699" y="45005"/>
              <a:chExt cx="2512976" cy="1334303"/>
            </a:xfrm>
            <a:noFill/>
          </p:grpSpPr>
          <p:sp>
            <p:nvSpPr>
              <p:cNvPr id="14" name="Rectángulo: esquinas redondeadas 13">
                <a:extLst>
                  <a:ext uri="{FF2B5EF4-FFF2-40B4-BE49-F238E27FC236}">
                    <a16:creationId xmlns:a16="http://schemas.microsoft.com/office/drawing/2014/main" id="{D958D68C-5658-50FE-5BED-3E88664E3E6D}"/>
                  </a:ext>
                </a:extLst>
              </p:cNvPr>
              <p:cNvSpPr/>
              <p:nvPr/>
            </p:nvSpPr>
            <p:spPr>
              <a:xfrm>
                <a:off x="190699" y="45005"/>
                <a:ext cx="2223839" cy="1334303"/>
              </a:xfrm>
              <a:prstGeom prst="roundRect">
                <a:avLst>
                  <a:gd name="adj" fmla="val 10000"/>
                </a:avLst>
              </a:pr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Rectángulo: esquinas redondeadas 4">
                <a:extLst>
                  <a:ext uri="{FF2B5EF4-FFF2-40B4-BE49-F238E27FC236}">
                    <a16:creationId xmlns:a16="http://schemas.microsoft.com/office/drawing/2014/main" id="{0CCEC5AF-94A7-58C1-EC29-0C54360DF1D0}"/>
                  </a:ext>
                </a:extLst>
              </p:cNvPr>
              <p:cNvSpPr txBox="1"/>
              <p:nvPr/>
            </p:nvSpPr>
            <p:spPr>
              <a:xfrm>
                <a:off x="557997" y="120475"/>
                <a:ext cx="2145678" cy="12561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5250" tIns="95250" rIns="95250" bIns="95250" numCol="1" spcCol="1270" anchor="ctr" anchorCtr="0">
                <a:noAutofit/>
              </a:bodyPr>
              <a:lstStyle/>
              <a:p>
                <a:pPr marL="0" lvl="0" indent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s-ES" sz="2500" b="1" dirty="0" err="1">
                    <a:solidFill>
                      <a:schemeClr val="tx1"/>
                    </a:solidFill>
                  </a:rPr>
                  <a:t>Elastic</a:t>
                </a:r>
                <a:r>
                  <a:rPr lang="es-ES" sz="2500" b="1" dirty="0">
                    <a:solidFill>
                      <a:schemeClr val="tx1"/>
                    </a:solidFill>
                  </a:rPr>
                  <a:t> EDR</a:t>
                </a:r>
                <a:endParaRPr lang="en-US" sz="2500" b="1" kern="12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3CDDA2F9-B9EB-B3BF-AF96-C92D2FEF9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3642" y="2215939"/>
              <a:ext cx="698428" cy="698428"/>
            </a:xfrm>
            <a:prstGeom prst="rect">
              <a:avLst/>
            </a:prstGeom>
          </p:spPr>
        </p:pic>
      </p:grpSp>
      <p:pic>
        <p:nvPicPr>
          <p:cNvPr id="16" name="Imagen 15" descr="Forma&#10;&#10;Descripción generada automáticamente con confianza media">
            <a:extLst>
              <a:ext uri="{FF2B5EF4-FFF2-40B4-BE49-F238E27FC236}">
                <a16:creationId xmlns:a16="http://schemas.microsoft.com/office/drawing/2014/main" id="{D41F1809-8868-C5FD-AB81-27557548A7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7" name="Marcador de pie de página 3">
            <a:extLst>
              <a:ext uri="{FF2B5EF4-FFF2-40B4-BE49-F238E27FC236}">
                <a16:creationId xmlns:a16="http://schemas.microsoft.com/office/drawing/2014/main" id="{69C208BF-5C0B-DBC4-6BDF-A692FDE0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7751565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25F95-FD6A-692D-38B4-1335B83D2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266EAAC-C8C0-0D3D-E00C-B1FCF5135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0818994-AE57-8677-45C8-574B48E54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9BEB2C-2891-0797-5B1E-46A1C9A79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Just… </a:t>
            </a:r>
            <a:r>
              <a:rPr lang="es-ES" dirty="0" err="1">
                <a:solidFill>
                  <a:schemeClr val="bg1"/>
                </a:solidFill>
              </a:rPr>
              <a:t>wait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36C80FE1-375C-1BC8-0112-39113D31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83ABCA7-89A3-2640-C0E9-43765B786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55</a:t>
            </a:fld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348C41-639C-58E4-D754-BC757E916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62" y="3760561"/>
            <a:ext cx="3541540" cy="807261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82145AE5-AC3E-3EB2-D093-7E55E2F57E30}"/>
              </a:ext>
            </a:extLst>
          </p:cNvPr>
          <p:cNvGrpSpPr/>
          <p:nvPr/>
        </p:nvGrpSpPr>
        <p:grpSpPr>
          <a:xfrm>
            <a:off x="5833850" y="3888435"/>
            <a:ext cx="512258" cy="551512"/>
            <a:chOff x="2627175" y="435350"/>
            <a:chExt cx="512258" cy="551512"/>
          </a:xfrm>
        </p:grpSpPr>
        <p:sp>
          <p:nvSpPr>
            <p:cNvPr id="23" name="Flecha: a la derecha 22">
              <a:extLst>
                <a:ext uri="{FF2B5EF4-FFF2-40B4-BE49-F238E27FC236}">
                  <a16:creationId xmlns:a16="http://schemas.microsoft.com/office/drawing/2014/main" id="{85F159FC-A9A1-CC99-A016-0A2E9FE19951}"/>
                </a:ext>
              </a:extLst>
            </p:cNvPr>
            <p:cNvSpPr/>
            <p:nvPr/>
          </p:nvSpPr>
          <p:spPr>
            <a:xfrm rot="21597714">
              <a:off x="2627175" y="435350"/>
              <a:ext cx="512258" cy="55151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Flecha: a la derecha 4">
              <a:extLst>
                <a:ext uri="{FF2B5EF4-FFF2-40B4-BE49-F238E27FC236}">
                  <a16:creationId xmlns:a16="http://schemas.microsoft.com/office/drawing/2014/main" id="{52B45BCF-C757-3EB9-3EA9-4C1F60713D64}"/>
                </a:ext>
              </a:extLst>
            </p:cNvPr>
            <p:cNvSpPr txBox="1"/>
            <p:nvPr/>
          </p:nvSpPr>
          <p:spPr>
            <a:xfrm rot="21597714">
              <a:off x="2627175" y="545703"/>
              <a:ext cx="358581" cy="3309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 dirty="0"/>
            </a:p>
          </p:txBody>
        </p:sp>
      </p:grp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DA35D3D-75EA-B5EC-8626-6C5433841563}"/>
              </a:ext>
            </a:extLst>
          </p:cNvPr>
          <p:cNvSpPr/>
          <p:nvPr/>
        </p:nvSpPr>
        <p:spPr>
          <a:xfrm>
            <a:off x="758952" y="2168063"/>
            <a:ext cx="1994080" cy="807261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79E586F-AAF7-C6DC-488C-3EFDFAF7CF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" t="7372" r="62849" b="517"/>
          <a:stretch/>
        </p:blipFill>
        <p:spPr>
          <a:xfrm>
            <a:off x="8101927" y="2168064"/>
            <a:ext cx="2623223" cy="3413166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9EDAE3A1-2578-FDF3-E55D-CE32F6716A19}"/>
              </a:ext>
            </a:extLst>
          </p:cNvPr>
          <p:cNvGrpSpPr/>
          <p:nvPr/>
        </p:nvGrpSpPr>
        <p:grpSpPr>
          <a:xfrm>
            <a:off x="403642" y="2168063"/>
            <a:ext cx="2597544" cy="807261"/>
            <a:chOff x="403642" y="2168063"/>
            <a:chExt cx="2597544" cy="807261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82F07474-228E-2671-0562-9D165D3E4E24}"/>
                </a:ext>
              </a:extLst>
            </p:cNvPr>
            <p:cNvGrpSpPr/>
            <p:nvPr/>
          </p:nvGrpSpPr>
          <p:grpSpPr>
            <a:xfrm>
              <a:off x="758952" y="2168063"/>
              <a:ext cx="2242234" cy="807261"/>
              <a:chOff x="190699" y="45005"/>
              <a:chExt cx="2512976" cy="1334303"/>
            </a:xfrm>
            <a:noFill/>
          </p:grpSpPr>
          <p:sp>
            <p:nvSpPr>
              <p:cNvPr id="14" name="Rectángulo: esquinas redondeadas 13">
                <a:extLst>
                  <a:ext uri="{FF2B5EF4-FFF2-40B4-BE49-F238E27FC236}">
                    <a16:creationId xmlns:a16="http://schemas.microsoft.com/office/drawing/2014/main" id="{BA4569A7-568E-CB0B-464F-60AE30A607C9}"/>
                  </a:ext>
                </a:extLst>
              </p:cNvPr>
              <p:cNvSpPr/>
              <p:nvPr/>
            </p:nvSpPr>
            <p:spPr>
              <a:xfrm>
                <a:off x="190699" y="45005"/>
                <a:ext cx="2223839" cy="1334303"/>
              </a:xfrm>
              <a:prstGeom prst="roundRect">
                <a:avLst>
                  <a:gd name="adj" fmla="val 10000"/>
                </a:avLst>
              </a:prstGeom>
              <a:grp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ES"/>
              </a:p>
            </p:txBody>
          </p:sp>
          <p:sp>
            <p:nvSpPr>
              <p:cNvPr id="15" name="Rectángulo: esquinas redondeadas 4">
                <a:extLst>
                  <a:ext uri="{FF2B5EF4-FFF2-40B4-BE49-F238E27FC236}">
                    <a16:creationId xmlns:a16="http://schemas.microsoft.com/office/drawing/2014/main" id="{2AD8C507-C7A1-A615-ABA4-B2566B7B8E32}"/>
                  </a:ext>
                </a:extLst>
              </p:cNvPr>
              <p:cNvSpPr txBox="1"/>
              <p:nvPr/>
            </p:nvSpPr>
            <p:spPr>
              <a:xfrm>
                <a:off x="557997" y="120475"/>
                <a:ext cx="2145678" cy="12561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5250" tIns="95250" rIns="95250" bIns="95250" numCol="1" spcCol="1270" anchor="ctr" anchorCtr="0">
                <a:noAutofit/>
              </a:bodyPr>
              <a:lstStyle/>
              <a:p>
                <a:pPr marL="0" lvl="0" indent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s-ES" sz="2500" b="1" dirty="0" err="1">
                    <a:solidFill>
                      <a:schemeClr val="tx1"/>
                    </a:solidFill>
                  </a:rPr>
                  <a:t>Elastic</a:t>
                </a:r>
                <a:r>
                  <a:rPr lang="es-ES" sz="2500" b="1" dirty="0">
                    <a:solidFill>
                      <a:schemeClr val="tx1"/>
                    </a:solidFill>
                  </a:rPr>
                  <a:t> EDR</a:t>
                </a:r>
                <a:endParaRPr lang="en-US" sz="2500" b="1" kern="12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A2376B2C-CF09-67D7-B30D-DDFA44E41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3642" y="2215939"/>
              <a:ext cx="698428" cy="698428"/>
            </a:xfrm>
            <a:prstGeom prst="rect">
              <a:avLst/>
            </a:prstGeom>
          </p:spPr>
        </p:pic>
      </p:grpSp>
      <p:pic>
        <p:nvPicPr>
          <p:cNvPr id="17" name="Imagen 16" descr="Forma&#10;&#10;Descripción generada automáticamente con confianza media">
            <a:extLst>
              <a:ext uri="{FF2B5EF4-FFF2-40B4-BE49-F238E27FC236}">
                <a16:creationId xmlns:a16="http://schemas.microsoft.com/office/drawing/2014/main" id="{65A6090F-E94C-8B18-4F8B-0591B69971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074CDEB0-324A-43F1-E3FC-40452EBA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8072349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9E58D-4EF8-3934-FD15-F6B67D2E0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7D0AD5C7-A68C-9D28-4AC5-A74B0380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BA5652-D1E1-A60A-4828-3D0E4FC4B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9C5653-E378-0F74-5611-E705D6F6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PoC inicial a día de hoy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B66C8CFF-BEC8-7CCE-78CC-5B69A9C6E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3CC1E1E-FB8B-9786-081E-FF736558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9E6812-DF0E-4B88-AFAA-EAC7168F54C0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575A773-F9DF-D242-E96D-EF0186E6A117}"/>
              </a:ext>
            </a:extLst>
          </p:cNvPr>
          <p:cNvSpPr/>
          <p:nvPr/>
        </p:nvSpPr>
        <p:spPr>
          <a:xfrm>
            <a:off x="758952" y="2168063"/>
            <a:ext cx="1994080" cy="807261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7" name="Imagen 16" descr="Forma&#10;&#10;Descripción generada automáticamente con confianza media">
            <a:extLst>
              <a:ext uri="{FF2B5EF4-FFF2-40B4-BE49-F238E27FC236}">
                <a16:creationId xmlns:a16="http://schemas.microsoft.com/office/drawing/2014/main" id="{24B9EB63-994B-5976-5536-8159AFB9E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12448555-1F88-BB42-3472-F140A3EB8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Infostealers are dead... Long live infostealers!  </a:t>
            </a:r>
            <a:r>
              <a:rPr kumimoji="0" lang="en-US" sz="1100" b="1" i="0" u="none" strike="noStrike" kern="1200" cap="none" spc="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AsturCON</a:t>
            </a:r>
            <a:r>
              <a:rPr kumimoji="0" lang="en-US" sz="11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2024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6F9F2F0-ADB7-2577-49EF-BA4DEF5E7A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91" t="12276" r="8068" b="63761"/>
          <a:stretch/>
        </p:blipFill>
        <p:spPr>
          <a:xfrm>
            <a:off x="758952" y="2168062"/>
            <a:ext cx="7370064" cy="99316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6D022D8-A311-C82A-32A0-EB1CDA4A00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84" t="10819" r="24687" b="786"/>
          <a:stretch/>
        </p:blipFill>
        <p:spPr>
          <a:xfrm>
            <a:off x="5843776" y="3161227"/>
            <a:ext cx="5433824" cy="27783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6A0FF51-D1DD-80F0-6061-EA071AA13D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0" b="355"/>
          <a:stretch/>
        </p:blipFill>
        <p:spPr>
          <a:xfrm>
            <a:off x="752855" y="3161227"/>
            <a:ext cx="5090921" cy="277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879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BE150-17BD-DEF4-DE26-72814A16E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777CD1C0-F507-8269-29D8-2D4A221AC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FA8D4E-0D53-887D-CC00-26E0123C9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7AAFB2-65CE-92AC-6A70-8B92953E4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PoC final a día de hoy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BA48538C-7C80-8800-88B4-AB580C93B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83BCF3-FAE7-C1E3-7AF5-76AF4CE3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9E6812-DF0E-4B88-AFAA-EAC7168F54C0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784C87C-2CD9-CAEE-AB0A-1E89AA9E9358}"/>
              </a:ext>
            </a:extLst>
          </p:cNvPr>
          <p:cNvSpPr/>
          <p:nvPr/>
        </p:nvSpPr>
        <p:spPr>
          <a:xfrm>
            <a:off x="758952" y="2168063"/>
            <a:ext cx="1994080" cy="807261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7" name="Imagen 16" descr="Forma&#10;&#10;Descripción generada automáticamente con confianza media">
            <a:extLst>
              <a:ext uri="{FF2B5EF4-FFF2-40B4-BE49-F238E27FC236}">
                <a16:creationId xmlns:a16="http://schemas.microsoft.com/office/drawing/2014/main" id="{ED5620D3-99DB-57A4-5743-BFC2BFB83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B8D69AEA-1721-F3D8-7505-04AC027B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Infostealers are dead... Long live infostealers!  </a:t>
            </a:r>
            <a:r>
              <a:rPr kumimoji="0" lang="en-US" sz="1100" b="1" i="0" u="none" strike="noStrike" kern="1200" cap="none" spc="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AsturCON</a:t>
            </a:r>
            <a:r>
              <a:rPr kumimoji="0" lang="en-US" sz="1100" b="1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2024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586D43F-A9A4-65F0-EC53-487DC5CA6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68063"/>
            <a:ext cx="7138229" cy="9936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9C0294F-BFD8-537D-9BD3-0D1EEE956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5" y="3147768"/>
            <a:ext cx="5167315" cy="27792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EDDC653-34D5-3AD2-0166-4C970F358E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885"/>
          <a:stretch/>
        </p:blipFill>
        <p:spPr>
          <a:xfrm>
            <a:off x="752857" y="3147769"/>
            <a:ext cx="5611368" cy="277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522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57" name="Straight Connector 45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8" name="Rectangle 4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49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2D1197-C9E1-96BD-6C23-07884B342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667" y="2578629"/>
            <a:ext cx="4370833" cy="17007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i="1" kern="1200" spc="1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Conclusiones</a:t>
            </a:r>
            <a:r>
              <a:rPr lang="en-US" sz="5400" i="1" kern="1200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5400" dirty="0" err="1">
                <a:solidFill>
                  <a:schemeClr val="bg1"/>
                </a:solidFill>
              </a:rPr>
              <a:t>A</a:t>
            </a:r>
            <a:r>
              <a:rPr lang="en-US" sz="5400" i="1" kern="1200" spc="100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mpliaciones</a:t>
            </a:r>
            <a:endParaRPr lang="en-US" sz="5400" i="1" kern="1200" spc="100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50254F-1FE9-F61F-56B3-B2BF2AF5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1" y="6007608"/>
            <a:ext cx="3668193" cy="36512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Infostealers are dead... Long live infostealers!  </a:t>
            </a:r>
            <a:r>
              <a:rPr lang="en-US" kern="1200" spc="50" baseline="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AsturCON</a:t>
            </a:r>
            <a:r>
              <a:rPr lang="en-US" kern="1200" spc="5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2024</a:t>
            </a:r>
          </a:p>
        </p:txBody>
      </p:sp>
      <p:sp>
        <p:nvSpPr>
          <p:cNvPr id="61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25FB3A-1738-AC16-24AF-5D42A280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 vert="horz" lIns="45720" tIns="45720" rIns="4572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58</a:t>
            </a:fld>
            <a:endParaRPr lang="en-US" dirty="0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DEE2E35A-A4AC-9214-C946-9243F8B63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363287"/>
              </p:ext>
            </p:extLst>
          </p:nvPr>
        </p:nvGraphicFramePr>
        <p:xfrm>
          <a:off x="6280566" y="1482504"/>
          <a:ext cx="5138767" cy="3892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EF561FFD-DCF1-6E11-8055-8F6D34D674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5001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Conclusiones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59</a:t>
            </a:fld>
            <a:endParaRPr lang="en-US"/>
          </a:p>
        </p:txBody>
      </p:sp>
      <p:graphicFrame>
        <p:nvGraphicFramePr>
          <p:cNvPr id="45" name="CuadroTexto 5">
            <a:extLst>
              <a:ext uri="{FF2B5EF4-FFF2-40B4-BE49-F238E27FC236}">
                <a16:creationId xmlns:a16="http://schemas.microsoft.com/office/drawing/2014/main" id="{EE08567A-E450-3050-026D-981C7B75CB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1203557"/>
              </p:ext>
            </p:extLst>
          </p:nvPr>
        </p:nvGraphicFramePr>
        <p:xfrm>
          <a:off x="758951" y="2282588"/>
          <a:ext cx="10667999" cy="3174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38BE50AB-442D-7D56-8F78-249C7C68C7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6" name="Marcador de pie de página 3">
            <a:extLst>
              <a:ext uri="{FF2B5EF4-FFF2-40B4-BE49-F238E27FC236}">
                <a16:creationId xmlns:a16="http://schemas.microsoft.com/office/drawing/2014/main" id="{78FA0E1B-BF04-CB14-8DBD-FC1567E6F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7857680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D78C9E-E1E9-7712-D412-9C724BCB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Ampliaciones</a:t>
            </a:r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C63087-89A3-39D3-5D9E-14670D1C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60</a:t>
            </a:fld>
            <a:endParaRPr lang="en-US"/>
          </a:p>
        </p:txBody>
      </p:sp>
      <p:graphicFrame>
        <p:nvGraphicFramePr>
          <p:cNvPr id="45" name="CuadroTexto 5">
            <a:extLst>
              <a:ext uri="{FF2B5EF4-FFF2-40B4-BE49-F238E27FC236}">
                <a16:creationId xmlns:a16="http://schemas.microsoft.com/office/drawing/2014/main" id="{EE08567A-E450-3050-026D-981C7B75CB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6277224"/>
              </p:ext>
            </p:extLst>
          </p:nvPr>
        </p:nvGraphicFramePr>
        <p:xfrm>
          <a:off x="758952" y="2282588"/>
          <a:ext cx="8412480" cy="3174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 descr="Forma&#10;&#10;Descripción generada automáticamente con confianza media">
            <a:extLst>
              <a:ext uri="{FF2B5EF4-FFF2-40B4-BE49-F238E27FC236}">
                <a16:creationId xmlns:a16="http://schemas.microsoft.com/office/drawing/2014/main" id="{71069B6B-6BB1-90B4-DAC8-0A38CA483F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6" name="Marcador de pie de página 3">
            <a:extLst>
              <a:ext uri="{FF2B5EF4-FFF2-40B4-BE49-F238E27FC236}">
                <a16:creationId xmlns:a16="http://schemas.microsoft.com/office/drawing/2014/main" id="{F7EBBCAC-3E31-1A56-02C0-4D5EB054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16675460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26C8BD-192D-D178-1370-55599993C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Muchas gracias por su atención</a:t>
            </a: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3AA22A2-64F6-5258-075E-B34F0EC2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79E6812-DF0E-4B88-AFAA-EAC7168F54C0}" type="slidenum">
              <a:rPr lang="en-US" smtClean="0"/>
              <a:pPr>
                <a:spcAft>
                  <a:spcPts val="600"/>
                </a:spcAft>
              </a:pPr>
              <a:t>61</a:t>
            </a:fld>
            <a:endParaRPr lang="en-US"/>
          </a:p>
        </p:txBody>
      </p:sp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96162E97-BD5B-85FE-9A91-912469852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" y="2432303"/>
            <a:ext cx="3429000" cy="3429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10CD1CF-6A58-5D33-851C-7BDE4666483E}"/>
              </a:ext>
            </a:extLst>
          </p:cNvPr>
          <p:cNvSpPr txBox="1"/>
          <p:nvPr/>
        </p:nvSpPr>
        <p:spPr>
          <a:xfrm>
            <a:off x="6011501" y="2815628"/>
            <a:ext cx="54184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Donaciones para los afectados por la DANA</a:t>
            </a:r>
          </a:p>
          <a:p>
            <a:pPr algn="ctr"/>
            <a:endParaRPr lang="es-ES" dirty="0"/>
          </a:p>
          <a:p>
            <a:r>
              <a:rPr lang="es-ES" dirty="0"/>
              <a:t>Número de cuenta:</a:t>
            </a:r>
          </a:p>
          <a:p>
            <a:pPr algn="ctr"/>
            <a:r>
              <a:rPr lang="es-ES" b="1" i="0" dirty="0">
                <a:effectLst/>
              </a:rPr>
              <a:t>ES52 0073 0100 5205 0649 7537</a:t>
            </a:r>
          </a:p>
          <a:p>
            <a:r>
              <a:rPr lang="es-ES" dirty="0"/>
              <a:t>Titular:</a:t>
            </a:r>
          </a:p>
          <a:p>
            <a:pPr algn="ctr"/>
            <a:r>
              <a:rPr lang="es-ES" b="1" dirty="0"/>
              <a:t>Oricio Organización para la Investigación en Ciberseguridad Ofensiva</a:t>
            </a:r>
          </a:p>
          <a:p>
            <a:r>
              <a:rPr lang="es-ES" dirty="0"/>
              <a:t>Concepto:</a:t>
            </a:r>
          </a:p>
          <a:p>
            <a:pPr algn="ctr"/>
            <a:r>
              <a:rPr lang="es-ES" b="1" dirty="0"/>
              <a:t>Donación DANA</a:t>
            </a:r>
          </a:p>
        </p:txBody>
      </p:sp>
      <p:pic>
        <p:nvPicPr>
          <p:cNvPr id="9" name="Imagen 8" descr="Forma&#10;&#10;Descripción generada automáticamente con confianza media">
            <a:extLst>
              <a:ext uri="{FF2B5EF4-FFF2-40B4-BE49-F238E27FC236}">
                <a16:creationId xmlns:a16="http://schemas.microsoft.com/office/drawing/2014/main" id="{B07D33A9-9EAC-4549-DA7A-20576A0A3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t="44722" r="14827" b="42639"/>
          <a:stretch/>
        </p:blipFill>
        <p:spPr>
          <a:xfrm>
            <a:off x="7172914" y="6007608"/>
            <a:ext cx="3085511" cy="365125"/>
          </a:xfrm>
          <a:prstGeom prst="rect">
            <a:avLst/>
          </a:prstGeom>
        </p:spPr>
      </p:pic>
      <p:sp>
        <p:nvSpPr>
          <p:cNvPr id="11" name="Marcador de pie de página 3">
            <a:extLst>
              <a:ext uri="{FF2B5EF4-FFF2-40B4-BE49-F238E27FC236}">
                <a16:creationId xmlns:a16="http://schemas.microsoft.com/office/drawing/2014/main" id="{41D94126-C9DF-07B2-AC1F-E12CF8658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007608"/>
            <a:ext cx="3831336" cy="3651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Infostealers are dead... Long live infostealers!  </a:t>
            </a:r>
            <a:r>
              <a:rPr lang="en-US" dirty="0" err="1"/>
              <a:t>AsturCON</a:t>
            </a:r>
            <a:r>
              <a:rPr lang="en-US" dirty="0"/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170489618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1721</Words>
  <Application>Microsoft Office PowerPoint</Application>
  <PresentationFormat>Panorámica</PresentationFormat>
  <Paragraphs>438</Paragraphs>
  <Slides>61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61</vt:i4>
      </vt:variant>
    </vt:vector>
  </HeadingPairs>
  <TitlesOfParts>
    <vt:vector size="66" baseType="lpstr">
      <vt:lpstr>Aptos</vt:lpstr>
      <vt:lpstr>Arial</vt:lpstr>
      <vt:lpstr>Avenir Next LT Pro</vt:lpstr>
      <vt:lpstr>Sitka Banner</vt:lpstr>
      <vt:lpstr>HeadlinesVTI</vt:lpstr>
      <vt:lpstr>Infostealers are dead… Long live infostealers!</vt:lpstr>
      <vt:lpstr>WHOAMI</vt:lpstr>
      <vt:lpstr>WHOAMI</vt:lpstr>
      <vt:lpstr>¿Qué ye esto?</vt:lpstr>
      <vt:lpstr>Índice</vt:lpstr>
      <vt:lpstr>Análisis de necesidad</vt:lpstr>
      <vt:lpstr>Emulación de adversarios</vt:lpstr>
      <vt:lpstr>Modelos de ataque</vt:lpstr>
      <vt:lpstr>Modelos de ataque</vt:lpstr>
      <vt:lpstr>Necesidades adicionales</vt:lpstr>
      <vt:lpstr>Investigación inicial</vt:lpstr>
      <vt:lpstr>Análisis de muestras</vt:lpstr>
      <vt:lpstr>Estudio de alternativas</vt:lpstr>
      <vt:lpstr>Infraestructura</vt:lpstr>
      <vt:lpstr>Alternativas de navegadores</vt:lpstr>
      <vt:lpstr>Alternativas de navegadores REALES</vt:lpstr>
      <vt:lpstr>Alternativas de navegadores REALES</vt:lpstr>
      <vt:lpstr>Alternativas de lenguaje</vt:lpstr>
      <vt:lpstr>Alternativas de lenguaje – JavaScript</vt:lpstr>
      <vt:lpstr>Alternativas de lenguaje – Python</vt:lpstr>
      <vt:lpstr>Alternativas de lenguaje – C#</vt:lpstr>
      <vt:lpstr>Alternativas de lenguaje</vt:lpstr>
      <vt:lpstr>Alternativas de lenguaje</vt:lpstr>
      <vt:lpstr>Alternativas para pruebas</vt:lpstr>
      <vt:lpstr>Alternativas para pruebas</vt:lpstr>
      <vt:lpstr>Alternativas para pruebas</vt:lpstr>
      <vt:lpstr>Alternativas para pruebas</vt:lpstr>
      <vt:lpstr>But… wait</vt:lpstr>
      <vt:lpstr>Alternativas para pruebas</vt:lpstr>
      <vt:lpstr>Hold your horses, bucko</vt:lpstr>
      <vt:lpstr>Alternativas para pruebas</vt:lpstr>
      <vt:lpstr>Diseño e implementación</vt:lpstr>
      <vt:lpstr>Diagrama de subsistemas</vt:lpstr>
      <vt:lpstr>Diagrama de clases - Captura</vt:lpstr>
      <vt:lpstr>Diagrama de clases - Exfiltración</vt:lpstr>
      <vt:lpstr>Diagrama de clases - Utilidades</vt:lpstr>
      <vt:lpstr>Ejecución de pruebas</vt:lpstr>
      <vt:lpstr>Antes de comenzar…</vt:lpstr>
      <vt:lpstr>Análisis estático</vt:lpstr>
      <vt:lpstr>Análisis dinámico</vt:lpstr>
      <vt:lpstr>Análisis dinámico</vt:lpstr>
      <vt:lpstr>Análisis dinámico</vt:lpstr>
      <vt:lpstr>Análisis dinámico</vt:lpstr>
      <vt:lpstr>Análisis dinámico</vt:lpstr>
      <vt:lpstr>Reducción de detectabilidad</vt:lpstr>
      <vt:lpstr>C# API -&gt; Windows API</vt:lpstr>
      <vt:lpstr>C# API -&gt; NTDLL</vt:lpstr>
      <vt:lpstr>Pensemos…</vt:lpstr>
      <vt:lpstr>Análisis de aplicaciones</vt:lpstr>
      <vt:lpstr>Análisis de aplicaciones</vt:lpstr>
      <vt:lpstr>Análisis de aplicaciones</vt:lpstr>
      <vt:lpstr>C# API -&gt; cmd copy</vt:lpstr>
      <vt:lpstr>Pensemos…</vt:lpstr>
      <vt:lpstr>Regla de detección</vt:lpstr>
      <vt:lpstr>Just… wait</vt:lpstr>
      <vt:lpstr>PoC inicial a día de hoy</vt:lpstr>
      <vt:lpstr>PoC final a día de hoy</vt:lpstr>
      <vt:lpstr>Conclusiones y Ampliaciones</vt:lpstr>
      <vt:lpstr>Conclusiones</vt:lpstr>
      <vt:lpstr>Ampliaciones</vt:lpstr>
      <vt:lpstr>Muchas 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Jairo Garcia Castro</dc:creator>
  <cp:lastModifiedBy>Jairo Garcia Castro</cp:lastModifiedBy>
  <cp:revision>24</cp:revision>
  <dcterms:created xsi:type="dcterms:W3CDTF">2024-07-21T18:31:49Z</dcterms:created>
  <dcterms:modified xsi:type="dcterms:W3CDTF">2024-11-09T00:23:38Z</dcterms:modified>
</cp:coreProperties>
</file>